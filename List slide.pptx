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DM Sans" charset="1" panose="00000000000000000000"/>
      <p:regular r:id="rId7"/>
    </p:embeddedFont>
    <p:embeddedFont>
      <p:font typeface="DM Sans Bold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90923" y="2822469"/>
            <a:ext cx="5400738" cy="5791676"/>
          </a:xfrm>
          <a:custGeom>
            <a:avLst/>
            <a:gdLst/>
            <a:ahLst/>
            <a:cxnLst/>
            <a:rect r="r" b="b" t="t" l="l"/>
            <a:pathLst>
              <a:path h="5791676" w="5400738">
                <a:moveTo>
                  <a:pt x="0" y="0"/>
                </a:moveTo>
                <a:lnTo>
                  <a:pt x="5400738" y="0"/>
                </a:lnTo>
                <a:lnTo>
                  <a:pt x="5400738" y="5791675"/>
                </a:lnTo>
                <a:lnTo>
                  <a:pt x="0" y="5791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3696339" y="2822469"/>
            <a:ext cx="5400738" cy="5791676"/>
          </a:xfrm>
          <a:custGeom>
            <a:avLst/>
            <a:gdLst/>
            <a:ahLst/>
            <a:cxnLst/>
            <a:rect r="r" b="b" t="t" l="l"/>
            <a:pathLst>
              <a:path h="5791676" w="5400738">
                <a:moveTo>
                  <a:pt x="5400738" y="0"/>
                </a:moveTo>
                <a:lnTo>
                  <a:pt x="0" y="0"/>
                </a:lnTo>
                <a:lnTo>
                  <a:pt x="0" y="5791675"/>
                </a:lnTo>
                <a:lnTo>
                  <a:pt x="5400738" y="5791675"/>
                </a:lnTo>
                <a:lnTo>
                  <a:pt x="540073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70003" y="3409738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62669" y="4644195"/>
            <a:ext cx="609600" cy="571500"/>
          </a:xfrm>
          <a:custGeom>
            <a:avLst/>
            <a:gdLst/>
            <a:ahLst/>
            <a:cxnLst/>
            <a:rect r="r" b="b" t="t" l="l"/>
            <a:pathLst>
              <a:path h="571500" w="609600">
                <a:moveTo>
                  <a:pt x="0" y="0"/>
                </a:moveTo>
                <a:lnTo>
                  <a:pt x="609600" y="0"/>
                </a:lnTo>
                <a:lnTo>
                  <a:pt x="6096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00769" y="6257676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8030415" y="7524750"/>
            <a:ext cx="630621" cy="571500"/>
          </a:xfrm>
          <a:custGeom>
            <a:avLst/>
            <a:gdLst/>
            <a:ahLst/>
            <a:cxnLst/>
            <a:rect r="r" b="b" t="t" l="l"/>
            <a:pathLst>
              <a:path h="571500" w="630621">
                <a:moveTo>
                  <a:pt x="0" y="0"/>
                </a:moveTo>
                <a:lnTo>
                  <a:pt x="630621" y="0"/>
                </a:lnTo>
                <a:lnTo>
                  <a:pt x="630621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9658711" y="3428526"/>
            <a:ext cx="609600" cy="571500"/>
          </a:xfrm>
          <a:custGeom>
            <a:avLst/>
            <a:gdLst/>
            <a:ahLst/>
            <a:cxnLst/>
            <a:rect r="r" b="b" t="t" l="l"/>
            <a:pathLst>
              <a:path h="571500" w="609600">
                <a:moveTo>
                  <a:pt x="0" y="0"/>
                </a:moveTo>
                <a:lnTo>
                  <a:pt x="609600" y="0"/>
                </a:lnTo>
                <a:lnTo>
                  <a:pt x="6096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869816" y="4594047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0869816" y="6304235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9645654" y="7501851"/>
            <a:ext cx="635714" cy="503009"/>
          </a:xfrm>
          <a:custGeom>
            <a:avLst/>
            <a:gdLst/>
            <a:ahLst/>
            <a:cxnLst/>
            <a:rect r="r" b="b" t="t" l="l"/>
            <a:pathLst>
              <a:path h="503009" w="635714">
                <a:moveTo>
                  <a:pt x="0" y="0"/>
                </a:moveTo>
                <a:lnTo>
                  <a:pt x="635714" y="0"/>
                </a:lnTo>
                <a:lnTo>
                  <a:pt x="635714" y="503009"/>
                </a:lnTo>
                <a:lnTo>
                  <a:pt x="0" y="50300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639560" y="3371638"/>
            <a:ext cx="2866279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eassess client needs regularly.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9560" y="2912500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Ne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eds Review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96339" y="3129749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11900" y="3129749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6339" y="4631168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611900" y="4631168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96339" y="6167999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611900" y="6167999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2161" y="3371638"/>
            <a:ext cx="2866279" cy="27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Solv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any detected problems.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782161" y="2912500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Fix Issu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9560" y="4891845"/>
            <a:ext cx="2866279" cy="27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ild updated package plans.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9560" y="4432707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an Outline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782161" y="4891845"/>
            <a:ext cx="2866279" cy="27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rove future service steps.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782161" y="4432707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Update Flow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9560" y="6387525"/>
            <a:ext cx="2866279" cy="27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Deliv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 activities as planned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39560" y="5928387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ork Action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82161" y="6387525"/>
            <a:ext cx="2866279" cy="27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Sh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are results with client.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82161" y="5928387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Report Sum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39560" y="7883205"/>
            <a:ext cx="2866279" cy="27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Veri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fy service outcomes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9560" y="7424067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Check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Output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782161" y="7883205"/>
            <a:ext cx="2866279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15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egin again with updated knowledge.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782161" y="7424067"/>
            <a:ext cx="2866279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estart Loop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696339" y="7670429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611900" y="7670429"/>
            <a:ext cx="979761" cy="530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339"/>
              </a:lnSpc>
              <a:spcBef>
                <a:spcPct val="0"/>
              </a:spcBef>
            </a:pPr>
            <a:r>
              <a:rPr lang="en-US" b="true" sz="30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8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619500" y="1727835"/>
            <a:ext cx="110490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 eight-item loop showing continuous</a:t>
            </a:r>
            <a:r>
              <a:rPr lang="en-US" sz="1899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service improvements.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619500" y="885825"/>
            <a:ext cx="11049000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Service Loop Plan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DAHDDEA1mVk</dc:identifier>
  <dcterms:modified xsi:type="dcterms:W3CDTF">2011-08-01T06:04:30Z</dcterms:modified>
  <cp:revision>1</cp:revision>
</cp:coreProperties>
</file>