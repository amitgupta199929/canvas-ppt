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M Sans Bold" charset="1" panose="00000000000000000000"/>
      <p:regular r:id="rId16"/>
    </p:embeddedFont>
    <p:embeddedFont>
      <p:font typeface="DM Sans" charset="1" panose="00000000000000000000"/>
      <p:regular r:id="rId17"/>
    </p:embeddedFont>
    <p:embeddedFont>
      <p:font typeface="Public Sans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16" Target="../media/image31.png" Type="http://schemas.openxmlformats.org/officeDocument/2006/relationships/image"/><Relationship Id="rId17" Target="../media/image3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svg" Type="http://schemas.openxmlformats.org/officeDocument/2006/relationships/image"/><Relationship Id="rId11" Target="../media/image52.png" Type="http://schemas.openxmlformats.org/officeDocument/2006/relationships/image"/><Relationship Id="rId12" Target="../media/image53.svg" Type="http://schemas.openxmlformats.org/officeDocument/2006/relationships/image"/><Relationship Id="rId13" Target="../media/image54.png" Type="http://schemas.openxmlformats.org/officeDocument/2006/relationships/image"/><Relationship Id="rId14" Target="../media/image55.svg" Type="http://schemas.openxmlformats.org/officeDocument/2006/relationships/image"/><Relationship Id="rId2" Target="../media/image45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svg" Type="http://schemas.openxmlformats.org/officeDocument/2006/relationships/image"/><Relationship Id="rId12" Target="../media/image54.png" Type="http://schemas.openxmlformats.org/officeDocument/2006/relationships/image"/><Relationship Id="rId13" Target="../media/image55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73.svg" Type="http://schemas.openxmlformats.org/officeDocument/2006/relationships/image"/><Relationship Id="rId12" Target="../media/image74.png" Type="http://schemas.openxmlformats.org/officeDocument/2006/relationships/image"/><Relationship Id="rId13" Target="../media/image75.svg" Type="http://schemas.openxmlformats.org/officeDocument/2006/relationships/image"/><Relationship Id="rId14" Target="../media/image76.png" Type="http://schemas.openxmlformats.org/officeDocument/2006/relationships/image"/><Relationship Id="rId15" Target="../media/image77.svg" Type="http://schemas.openxmlformats.org/officeDocument/2006/relationships/image"/><Relationship Id="rId16" Target="../media/image56.png" Type="http://schemas.openxmlformats.org/officeDocument/2006/relationships/image"/><Relationship Id="rId17" Target="../media/image57.svg" Type="http://schemas.openxmlformats.org/officeDocument/2006/relationships/image"/><Relationship Id="rId18" Target="../media/image78.png" Type="http://schemas.openxmlformats.org/officeDocument/2006/relationships/image"/><Relationship Id="rId19" Target="../media/image79.svg" Type="http://schemas.openxmlformats.org/officeDocument/2006/relationships/image"/><Relationship Id="rId2" Target="../media/image64.png" Type="http://schemas.openxmlformats.org/officeDocument/2006/relationships/image"/><Relationship Id="rId20" Target="../media/image46.png" Type="http://schemas.openxmlformats.org/officeDocument/2006/relationships/image"/><Relationship Id="rId21" Target="../media/image47.svg" Type="http://schemas.openxmlformats.org/officeDocument/2006/relationships/image"/><Relationship Id="rId22" Target="../media/image54.png" Type="http://schemas.openxmlformats.org/officeDocument/2006/relationships/image"/><Relationship Id="rId23" Target="../media/image55.svg" Type="http://schemas.openxmlformats.org/officeDocument/2006/relationships/image"/><Relationship Id="rId24" Target="../media/image29.png" Type="http://schemas.openxmlformats.org/officeDocument/2006/relationships/image"/><Relationship Id="rId25" Target="../media/image30.svg" Type="http://schemas.openxmlformats.org/officeDocument/2006/relationships/image"/><Relationship Id="rId26" Target="../media/image80.png" Type="http://schemas.openxmlformats.org/officeDocument/2006/relationships/image"/><Relationship Id="rId27" Target="../media/image81.svg" Type="http://schemas.openxmlformats.org/officeDocument/2006/relationships/image"/><Relationship Id="rId3" Target="../media/image65.svg" Type="http://schemas.openxmlformats.org/officeDocument/2006/relationships/image"/><Relationship Id="rId4" Target="../media/image66.png" Type="http://schemas.openxmlformats.org/officeDocument/2006/relationships/image"/><Relationship Id="rId5" Target="../media/image67.svg" Type="http://schemas.openxmlformats.org/officeDocument/2006/relationships/image"/><Relationship Id="rId6" Target="../media/image68.png" Type="http://schemas.openxmlformats.org/officeDocument/2006/relationships/image"/><Relationship Id="rId7" Target="../media/image69.svg" Type="http://schemas.openxmlformats.org/officeDocument/2006/relationships/image"/><Relationship Id="rId8" Target="../media/image70.png" Type="http://schemas.openxmlformats.org/officeDocument/2006/relationships/image"/><Relationship Id="rId9" Target="../media/image7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png" Type="http://schemas.openxmlformats.org/officeDocument/2006/relationships/image"/><Relationship Id="rId11" Target="../media/image89.svg" Type="http://schemas.openxmlformats.org/officeDocument/2006/relationships/image"/><Relationship Id="rId12" Target="../media/image90.png" Type="http://schemas.openxmlformats.org/officeDocument/2006/relationships/image"/><Relationship Id="rId13" Target="../media/image91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2.png" Type="http://schemas.openxmlformats.org/officeDocument/2006/relationships/image"/><Relationship Id="rId5" Target="../media/image83.svg" Type="http://schemas.openxmlformats.org/officeDocument/2006/relationships/image"/><Relationship Id="rId6" Target="../media/image84.png" Type="http://schemas.openxmlformats.org/officeDocument/2006/relationships/image"/><Relationship Id="rId7" Target="../media/image85.svg" Type="http://schemas.openxmlformats.org/officeDocument/2006/relationships/image"/><Relationship Id="rId8" Target="../media/image86.png" Type="http://schemas.openxmlformats.org/officeDocument/2006/relationships/image"/><Relationship Id="rId9" Target="../media/image8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2.png" Type="http://schemas.openxmlformats.org/officeDocument/2006/relationships/image"/><Relationship Id="rId3" Target="../media/image93.svg" Type="http://schemas.openxmlformats.org/officeDocument/2006/relationships/image"/><Relationship Id="rId4" Target="../media/image94.png" Type="http://schemas.openxmlformats.org/officeDocument/2006/relationships/image"/><Relationship Id="rId5" Target="../media/image95.svg" Type="http://schemas.openxmlformats.org/officeDocument/2006/relationships/image"/><Relationship Id="rId6" Target="../media/image96.png" Type="http://schemas.openxmlformats.org/officeDocument/2006/relationships/image"/><Relationship Id="rId7" Target="../media/image9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png" Type="http://schemas.openxmlformats.org/officeDocument/2006/relationships/image"/><Relationship Id="rId11" Target="../media/image105.svg" Type="http://schemas.openxmlformats.org/officeDocument/2006/relationships/image"/><Relationship Id="rId12" Target="../media/image106.png" Type="http://schemas.openxmlformats.org/officeDocument/2006/relationships/image"/><Relationship Id="rId13" Target="../media/image107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0.png" Type="http://schemas.openxmlformats.org/officeDocument/2006/relationships/image"/><Relationship Id="rId5" Target="../media/image101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102.png" Type="http://schemas.openxmlformats.org/officeDocument/2006/relationships/image"/><Relationship Id="rId9" Target="../media/image10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4.png" Type="http://schemas.openxmlformats.org/officeDocument/2006/relationships/image"/><Relationship Id="rId11" Target="../media/image115.svg" Type="http://schemas.openxmlformats.org/officeDocument/2006/relationships/image"/><Relationship Id="rId12" Target="../media/image116.png" Type="http://schemas.openxmlformats.org/officeDocument/2006/relationships/image"/><Relationship Id="rId13" Target="../media/image1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8.png" Type="http://schemas.openxmlformats.org/officeDocument/2006/relationships/image"/><Relationship Id="rId5" Target="../media/image109.svg" Type="http://schemas.openxmlformats.org/officeDocument/2006/relationships/image"/><Relationship Id="rId6" Target="../media/image110.png" Type="http://schemas.openxmlformats.org/officeDocument/2006/relationships/image"/><Relationship Id="rId7" Target="../media/image111.svg" Type="http://schemas.openxmlformats.org/officeDocument/2006/relationships/image"/><Relationship Id="rId8" Target="../media/image112.png" Type="http://schemas.openxmlformats.org/officeDocument/2006/relationships/image"/><Relationship Id="rId9" Target="../media/image1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43997" y="5048895"/>
            <a:ext cx="5669529" cy="3162285"/>
            <a:chOff x="0" y="0"/>
            <a:chExt cx="1493209" cy="832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69" y="0"/>
              <a:ext cx="1465072" cy="832865"/>
            </a:xfrm>
            <a:custGeom>
              <a:avLst/>
              <a:gdLst/>
              <a:ahLst/>
              <a:cxnLst/>
              <a:rect r="r" b="b" t="t" l="l"/>
              <a:pathLst>
                <a:path h="832865" w="1465072">
                  <a:moveTo>
                    <a:pt x="254677" y="0"/>
                  </a:moveTo>
                  <a:lnTo>
                    <a:pt x="1210395" y="0"/>
                  </a:lnTo>
                  <a:cubicBezTo>
                    <a:pt x="1248868" y="0"/>
                    <a:pt x="1282357" y="26300"/>
                    <a:pt x="1291476" y="63678"/>
                  </a:cubicBezTo>
                  <a:lnTo>
                    <a:pt x="1463604" y="769188"/>
                  </a:lnTo>
                  <a:cubicBezTo>
                    <a:pt x="1467349" y="784537"/>
                    <a:pt x="1463837" y="800757"/>
                    <a:pt x="1454079" y="813183"/>
                  </a:cubicBezTo>
                  <a:cubicBezTo>
                    <a:pt x="1444320" y="825609"/>
                    <a:pt x="1429395" y="832865"/>
                    <a:pt x="1413595" y="832865"/>
                  </a:cubicBezTo>
                  <a:lnTo>
                    <a:pt x="51477" y="832865"/>
                  </a:lnTo>
                  <a:cubicBezTo>
                    <a:pt x="35676" y="832865"/>
                    <a:pt x="20751" y="825609"/>
                    <a:pt x="10993" y="813183"/>
                  </a:cubicBezTo>
                  <a:cubicBezTo>
                    <a:pt x="1234" y="800757"/>
                    <a:pt x="-2278" y="784537"/>
                    <a:pt x="1467" y="769188"/>
                  </a:cubicBezTo>
                  <a:lnTo>
                    <a:pt x="173595" y="63678"/>
                  </a:lnTo>
                  <a:cubicBezTo>
                    <a:pt x="182714" y="26300"/>
                    <a:pt x="216203" y="0"/>
                    <a:pt x="254677" y="0"/>
                  </a:cubicBez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38100"/>
              <a:ext cx="1239209" cy="870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8100000">
            <a:off x="1370761" y="4436898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7"/>
                </a:lnTo>
                <a:lnTo>
                  <a:pt x="0" y="1144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73179" y="4472917"/>
            <a:ext cx="1477627" cy="4314240"/>
          </a:xfrm>
          <a:custGeom>
            <a:avLst/>
            <a:gdLst/>
            <a:ahLst/>
            <a:cxnLst/>
            <a:rect r="r" b="b" t="t" l="l"/>
            <a:pathLst>
              <a:path h="4314240" w="1477627">
                <a:moveTo>
                  <a:pt x="0" y="0"/>
                </a:moveTo>
                <a:lnTo>
                  <a:pt x="1477627" y="0"/>
                </a:lnTo>
                <a:lnTo>
                  <a:pt x="1477627" y="4314241"/>
                </a:lnTo>
                <a:lnTo>
                  <a:pt x="0" y="43142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5400000">
            <a:off x="1939893" y="5096406"/>
            <a:ext cx="5378727" cy="3067263"/>
            <a:chOff x="0" y="0"/>
            <a:chExt cx="1416619" cy="8078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5226" y="0"/>
              <a:ext cx="1386168" cy="807839"/>
            </a:xfrm>
            <a:custGeom>
              <a:avLst/>
              <a:gdLst/>
              <a:ahLst/>
              <a:cxnLst/>
              <a:rect r="r" b="b" t="t" l="l"/>
              <a:pathLst>
                <a:path h="807839" w="1386168">
                  <a:moveTo>
                    <a:pt x="257063" y="0"/>
                  </a:moveTo>
                  <a:lnTo>
                    <a:pt x="1129104" y="0"/>
                  </a:lnTo>
                  <a:cubicBezTo>
                    <a:pt x="1169721" y="0"/>
                    <a:pt x="1205139" y="27612"/>
                    <a:pt x="1215047" y="67002"/>
                  </a:cubicBezTo>
                  <a:lnTo>
                    <a:pt x="1384540" y="740837"/>
                  </a:lnTo>
                  <a:cubicBezTo>
                    <a:pt x="1388589" y="756935"/>
                    <a:pt x="1384990" y="774002"/>
                    <a:pt x="1374783" y="787093"/>
                  </a:cubicBezTo>
                  <a:cubicBezTo>
                    <a:pt x="1364577" y="800185"/>
                    <a:pt x="1348904" y="807839"/>
                    <a:pt x="1332304" y="807839"/>
                  </a:cubicBezTo>
                  <a:lnTo>
                    <a:pt x="53863" y="807839"/>
                  </a:lnTo>
                  <a:cubicBezTo>
                    <a:pt x="37263" y="807839"/>
                    <a:pt x="21591" y="800185"/>
                    <a:pt x="11384" y="787093"/>
                  </a:cubicBezTo>
                  <a:cubicBezTo>
                    <a:pt x="1178" y="774002"/>
                    <a:pt x="-2422" y="756935"/>
                    <a:pt x="1627" y="740837"/>
                  </a:cubicBezTo>
                  <a:lnTo>
                    <a:pt x="171121" y="67002"/>
                  </a:lnTo>
                  <a:cubicBezTo>
                    <a:pt x="181029" y="27612"/>
                    <a:pt x="216446" y="0"/>
                    <a:pt x="257063" y="0"/>
                  </a:cubicBezTo>
                  <a:close/>
                </a:path>
              </a:pathLst>
            </a:custGeom>
            <a:solidFill>
              <a:srgbClr val="00C19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-38100"/>
              <a:ext cx="1162619" cy="845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831856" y="4634856"/>
            <a:ext cx="1366699" cy="3990363"/>
          </a:xfrm>
          <a:custGeom>
            <a:avLst/>
            <a:gdLst/>
            <a:ahLst/>
            <a:cxnLst/>
            <a:rect r="r" b="b" t="t" l="l"/>
            <a:pathLst>
              <a:path h="3990363" w="1366699">
                <a:moveTo>
                  <a:pt x="0" y="0"/>
                </a:moveTo>
                <a:lnTo>
                  <a:pt x="1366699" y="0"/>
                </a:lnTo>
                <a:lnTo>
                  <a:pt x="1366699" y="3990363"/>
                </a:lnTo>
                <a:lnTo>
                  <a:pt x="0" y="39903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flipV="true">
            <a:off x="6744176" y="3544998"/>
            <a:ext cx="0" cy="927920"/>
          </a:xfrm>
          <a:prstGeom prst="line">
            <a:avLst/>
          </a:prstGeom>
          <a:ln cap="flat" w="19050">
            <a:solidFill>
              <a:srgbClr val="007B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4479431" y="3383059"/>
            <a:ext cx="0" cy="934833"/>
          </a:xfrm>
          <a:prstGeom prst="line">
            <a:avLst/>
          </a:prstGeom>
          <a:ln cap="flat" w="19050">
            <a:solidFill>
              <a:srgbClr val="00C19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2186111" y="3071373"/>
            <a:ext cx="0" cy="1089859"/>
          </a:xfrm>
          <a:prstGeom prst="line">
            <a:avLst/>
          </a:prstGeom>
          <a:ln cap="flat" w="19050">
            <a:solidFill>
              <a:srgbClr val="94D32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5400000">
            <a:off x="4465511" y="5044125"/>
            <a:ext cx="5004053" cy="3171825"/>
            <a:chOff x="0" y="0"/>
            <a:chExt cx="1317940" cy="8353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5898" y="0"/>
              <a:ext cx="1286144" cy="835378"/>
            </a:xfrm>
            <a:custGeom>
              <a:avLst/>
              <a:gdLst/>
              <a:ahLst/>
              <a:cxnLst/>
              <a:rect r="r" b="b" t="t" l="l"/>
              <a:pathLst>
                <a:path h="835378" w="1286144">
                  <a:moveTo>
                    <a:pt x="261564" y="0"/>
                  </a:moveTo>
                  <a:lnTo>
                    <a:pt x="1024580" y="0"/>
                  </a:lnTo>
                  <a:cubicBezTo>
                    <a:pt x="1068163" y="0"/>
                    <a:pt x="1106093" y="29809"/>
                    <a:pt x="1116394" y="72158"/>
                  </a:cubicBezTo>
                  <a:lnTo>
                    <a:pt x="1284490" y="763220"/>
                  </a:lnTo>
                  <a:cubicBezTo>
                    <a:pt x="1288722" y="780619"/>
                    <a:pt x="1284733" y="798999"/>
                    <a:pt x="1273668" y="813078"/>
                  </a:cubicBezTo>
                  <a:cubicBezTo>
                    <a:pt x="1262603" y="827157"/>
                    <a:pt x="1245687" y="835378"/>
                    <a:pt x="1227780" y="835378"/>
                  </a:cubicBezTo>
                  <a:lnTo>
                    <a:pt x="58364" y="835378"/>
                  </a:lnTo>
                  <a:cubicBezTo>
                    <a:pt x="40457" y="835378"/>
                    <a:pt x="23541" y="827157"/>
                    <a:pt x="12476" y="813078"/>
                  </a:cubicBezTo>
                  <a:cubicBezTo>
                    <a:pt x="1411" y="798999"/>
                    <a:pt x="-2578" y="780619"/>
                    <a:pt x="1654" y="763220"/>
                  </a:cubicBezTo>
                  <a:lnTo>
                    <a:pt x="169750" y="72158"/>
                  </a:lnTo>
                  <a:cubicBezTo>
                    <a:pt x="180051" y="29809"/>
                    <a:pt x="217981" y="0"/>
                    <a:pt x="261564" y="0"/>
                  </a:cubicBezTo>
                  <a:close/>
                </a:path>
              </a:pathLst>
            </a:custGeom>
            <a:solidFill>
              <a:srgbClr val="00A3C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-38100"/>
              <a:ext cx="1063940" cy="873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7125176" y="4823069"/>
            <a:ext cx="1237774" cy="3613938"/>
          </a:xfrm>
          <a:custGeom>
            <a:avLst/>
            <a:gdLst/>
            <a:ahLst/>
            <a:cxnLst/>
            <a:rect r="r" b="b" t="t" l="l"/>
            <a:pathLst>
              <a:path h="3613938" w="1237774">
                <a:moveTo>
                  <a:pt x="0" y="0"/>
                </a:moveTo>
                <a:lnTo>
                  <a:pt x="1237774" y="0"/>
                </a:lnTo>
                <a:lnTo>
                  <a:pt x="1237774" y="3613938"/>
                </a:lnTo>
                <a:lnTo>
                  <a:pt x="0" y="36139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8" id="18"/>
          <p:cNvSpPr/>
          <p:nvPr/>
        </p:nvSpPr>
        <p:spPr>
          <a:xfrm flipV="true">
            <a:off x="9144000" y="6130416"/>
            <a:ext cx="0" cy="999243"/>
          </a:xfrm>
          <a:prstGeom prst="line">
            <a:avLst/>
          </a:prstGeom>
          <a:ln cap="flat" w="38100">
            <a:solidFill>
              <a:srgbClr val="94D32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-5400000">
            <a:off x="13062468" y="5048895"/>
            <a:ext cx="5669529" cy="3162285"/>
            <a:chOff x="0" y="0"/>
            <a:chExt cx="1493209" cy="8328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4069" y="0"/>
              <a:ext cx="1465072" cy="832865"/>
            </a:xfrm>
            <a:custGeom>
              <a:avLst/>
              <a:gdLst/>
              <a:ahLst/>
              <a:cxnLst/>
              <a:rect r="r" b="b" t="t" l="l"/>
              <a:pathLst>
                <a:path h="832865" w="1465072">
                  <a:moveTo>
                    <a:pt x="254677" y="0"/>
                  </a:moveTo>
                  <a:lnTo>
                    <a:pt x="1210395" y="0"/>
                  </a:lnTo>
                  <a:cubicBezTo>
                    <a:pt x="1248868" y="0"/>
                    <a:pt x="1282357" y="26300"/>
                    <a:pt x="1291476" y="63678"/>
                  </a:cubicBezTo>
                  <a:lnTo>
                    <a:pt x="1463604" y="769188"/>
                  </a:lnTo>
                  <a:cubicBezTo>
                    <a:pt x="1467349" y="784537"/>
                    <a:pt x="1463837" y="800757"/>
                    <a:pt x="1454079" y="813183"/>
                  </a:cubicBezTo>
                  <a:cubicBezTo>
                    <a:pt x="1444320" y="825609"/>
                    <a:pt x="1429395" y="832865"/>
                    <a:pt x="1413595" y="832865"/>
                  </a:cubicBezTo>
                  <a:lnTo>
                    <a:pt x="51477" y="832865"/>
                  </a:lnTo>
                  <a:cubicBezTo>
                    <a:pt x="35676" y="832865"/>
                    <a:pt x="20751" y="825609"/>
                    <a:pt x="10993" y="813183"/>
                  </a:cubicBezTo>
                  <a:cubicBezTo>
                    <a:pt x="1234" y="800757"/>
                    <a:pt x="-2278" y="784537"/>
                    <a:pt x="1467" y="769188"/>
                  </a:cubicBezTo>
                  <a:lnTo>
                    <a:pt x="173595" y="63678"/>
                  </a:lnTo>
                  <a:cubicBezTo>
                    <a:pt x="182714" y="26300"/>
                    <a:pt x="216203" y="0"/>
                    <a:pt x="254677" y="0"/>
                  </a:cubicBezTo>
                  <a:close/>
                </a:path>
              </a:pathLst>
            </a:custGeom>
            <a:solidFill>
              <a:srgbClr val="11275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-38100"/>
              <a:ext cx="1239209" cy="870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-2700000">
            <a:off x="15772383" y="4436898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7"/>
                </a:lnTo>
                <a:lnTo>
                  <a:pt x="0" y="1144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10800000">
            <a:off x="14237194" y="4472917"/>
            <a:ext cx="1477627" cy="4314240"/>
          </a:xfrm>
          <a:custGeom>
            <a:avLst/>
            <a:gdLst/>
            <a:ahLst/>
            <a:cxnLst/>
            <a:rect r="r" b="b" t="t" l="l"/>
            <a:pathLst>
              <a:path h="4314240" w="1477627">
                <a:moveTo>
                  <a:pt x="0" y="0"/>
                </a:moveTo>
                <a:lnTo>
                  <a:pt x="1477627" y="0"/>
                </a:lnTo>
                <a:lnTo>
                  <a:pt x="1477627" y="4314241"/>
                </a:lnTo>
                <a:lnTo>
                  <a:pt x="0" y="4314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-5400000">
            <a:off x="10969380" y="5096406"/>
            <a:ext cx="5378727" cy="3067263"/>
            <a:chOff x="0" y="0"/>
            <a:chExt cx="1416619" cy="80783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5226" y="0"/>
              <a:ext cx="1386168" cy="807839"/>
            </a:xfrm>
            <a:custGeom>
              <a:avLst/>
              <a:gdLst/>
              <a:ahLst/>
              <a:cxnLst/>
              <a:rect r="r" b="b" t="t" l="l"/>
              <a:pathLst>
                <a:path h="807839" w="1386168">
                  <a:moveTo>
                    <a:pt x="257063" y="0"/>
                  </a:moveTo>
                  <a:lnTo>
                    <a:pt x="1129104" y="0"/>
                  </a:lnTo>
                  <a:cubicBezTo>
                    <a:pt x="1169721" y="0"/>
                    <a:pt x="1205139" y="27612"/>
                    <a:pt x="1215047" y="67002"/>
                  </a:cubicBezTo>
                  <a:lnTo>
                    <a:pt x="1384540" y="740837"/>
                  </a:lnTo>
                  <a:cubicBezTo>
                    <a:pt x="1388589" y="756935"/>
                    <a:pt x="1384990" y="774002"/>
                    <a:pt x="1374783" y="787093"/>
                  </a:cubicBezTo>
                  <a:cubicBezTo>
                    <a:pt x="1364577" y="800185"/>
                    <a:pt x="1348904" y="807839"/>
                    <a:pt x="1332304" y="807839"/>
                  </a:cubicBezTo>
                  <a:lnTo>
                    <a:pt x="53863" y="807839"/>
                  </a:lnTo>
                  <a:cubicBezTo>
                    <a:pt x="37263" y="807839"/>
                    <a:pt x="21591" y="800185"/>
                    <a:pt x="11384" y="787093"/>
                  </a:cubicBezTo>
                  <a:cubicBezTo>
                    <a:pt x="1178" y="774002"/>
                    <a:pt x="-2422" y="756935"/>
                    <a:pt x="1627" y="740837"/>
                  </a:cubicBezTo>
                  <a:lnTo>
                    <a:pt x="171121" y="67002"/>
                  </a:lnTo>
                  <a:cubicBezTo>
                    <a:pt x="181029" y="27612"/>
                    <a:pt x="216446" y="0"/>
                    <a:pt x="257063" y="0"/>
                  </a:cubicBezTo>
                  <a:close/>
                </a:path>
              </a:pathLst>
            </a:custGeom>
            <a:solidFill>
              <a:srgbClr val="18418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27000" y="-38100"/>
              <a:ext cx="1162619" cy="845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-10800000">
            <a:off x="12089445" y="4634856"/>
            <a:ext cx="1366699" cy="3990363"/>
          </a:xfrm>
          <a:custGeom>
            <a:avLst/>
            <a:gdLst/>
            <a:ahLst/>
            <a:cxnLst/>
            <a:rect r="r" b="b" t="t" l="l"/>
            <a:pathLst>
              <a:path h="3990363" w="1366699">
                <a:moveTo>
                  <a:pt x="0" y="0"/>
                </a:moveTo>
                <a:lnTo>
                  <a:pt x="1366699" y="0"/>
                </a:lnTo>
                <a:lnTo>
                  <a:pt x="1366699" y="3990363"/>
                </a:lnTo>
                <a:lnTo>
                  <a:pt x="0" y="39903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-5400000">
            <a:off x="8818436" y="5044125"/>
            <a:ext cx="5004053" cy="3171825"/>
            <a:chOff x="0" y="0"/>
            <a:chExt cx="1317940" cy="83537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5898" y="0"/>
              <a:ext cx="1286144" cy="835378"/>
            </a:xfrm>
            <a:custGeom>
              <a:avLst/>
              <a:gdLst/>
              <a:ahLst/>
              <a:cxnLst/>
              <a:rect r="r" b="b" t="t" l="l"/>
              <a:pathLst>
                <a:path h="835378" w="1286144">
                  <a:moveTo>
                    <a:pt x="261564" y="0"/>
                  </a:moveTo>
                  <a:lnTo>
                    <a:pt x="1024580" y="0"/>
                  </a:lnTo>
                  <a:cubicBezTo>
                    <a:pt x="1068163" y="0"/>
                    <a:pt x="1106093" y="29809"/>
                    <a:pt x="1116394" y="72158"/>
                  </a:cubicBezTo>
                  <a:lnTo>
                    <a:pt x="1284490" y="763220"/>
                  </a:lnTo>
                  <a:cubicBezTo>
                    <a:pt x="1288722" y="780619"/>
                    <a:pt x="1284733" y="798999"/>
                    <a:pt x="1273668" y="813078"/>
                  </a:cubicBezTo>
                  <a:cubicBezTo>
                    <a:pt x="1262603" y="827157"/>
                    <a:pt x="1245687" y="835378"/>
                    <a:pt x="1227780" y="835378"/>
                  </a:cubicBezTo>
                  <a:lnTo>
                    <a:pt x="58364" y="835378"/>
                  </a:lnTo>
                  <a:cubicBezTo>
                    <a:pt x="40457" y="835378"/>
                    <a:pt x="23541" y="827157"/>
                    <a:pt x="12476" y="813078"/>
                  </a:cubicBezTo>
                  <a:cubicBezTo>
                    <a:pt x="1411" y="798999"/>
                    <a:pt x="-2578" y="780619"/>
                    <a:pt x="1654" y="763220"/>
                  </a:cubicBezTo>
                  <a:lnTo>
                    <a:pt x="169750" y="72158"/>
                  </a:lnTo>
                  <a:cubicBezTo>
                    <a:pt x="180051" y="29809"/>
                    <a:pt x="217981" y="0"/>
                    <a:pt x="261564" y="0"/>
                  </a:cubicBezTo>
                  <a:close/>
                </a:path>
              </a:pathLst>
            </a:custGeom>
            <a:solidFill>
              <a:srgbClr val="175DC5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27000" y="-38100"/>
              <a:ext cx="1063940" cy="873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-10800000">
            <a:off x="9925050" y="4823069"/>
            <a:ext cx="1237774" cy="3613938"/>
          </a:xfrm>
          <a:custGeom>
            <a:avLst/>
            <a:gdLst/>
            <a:ahLst/>
            <a:cxnLst/>
            <a:rect r="r" b="b" t="t" l="l"/>
            <a:pathLst>
              <a:path h="3613938" w="1237774">
                <a:moveTo>
                  <a:pt x="0" y="0"/>
                </a:moveTo>
                <a:lnTo>
                  <a:pt x="1237774" y="0"/>
                </a:lnTo>
                <a:lnTo>
                  <a:pt x="1237774" y="3613938"/>
                </a:lnTo>
                <a:lnTo>
                  <a:pt x="0" y="36139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2" id="32"/>
          <p:cNvSpPr/>
          <p:nvPr/>
        </p:nvSpPr>
        <p:spPr>
          <a:xfrm flipV="true">
            <a:off x="11439525" y="3538085"/>
            <a:ext cx="0" cy="934833"/>
          </a:xfrm>
          <a:prstGeom prst="line">
            <a:avLst/>
          </a:prstGeom>
          <a:ln cap="flat" w="19050">
            <a:solidFill>
              <a:srgbClr val="175D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3744575" y="3383059"/>
            <a:ext cx="0" cy="934833"/>
          </a:xfrm>
          <a:prstGeom prst="line">
            <a:avLst/>
          </a:prstGeom>
          <a:ln cap="flat" w="19050">
            <a:solidFill>
              <a:srgbClr val="18418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H="true" flipV="true">
            <a:off x="16021050" y="3223773"/>
            <a:ext cx="0" cy="937459"/>
          </a:xfrm>
          <a:prstGeom prst="line">
            <a:avLst/>
          </a:prstGeom>
          <a:ln cap="flat" w="19050">
            <a:solidFill>
              <a:srgbClr val="1127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7667625" y="4420414"/>
            <a:ext cx="2952750" cy="4419247"/>
            <a:chOff x="0" y="0"/>
            <a:chExt cx="777679" cy="116391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77679" cy="1163917"/>
            </a:xfrm>
            <a:custGeom>
              <a:avLst/>
              <a:gdLst/>
              <a:ahLst/>
              <a:cxnLst/>
              <a:rect r="r" b="b" t="t" l="l"/>
              <a:pathLst>
                <a:path h="1163917" w="777679">
                  <a:moveTo>
                    <a:pt x="125853" y="0"/>
                  </a:moveTo>
                  <a:lnTo>
                    <a:pt x="651826" y="0"/>
                  </a:lnTo>
                  <a:cubicBezTo>
                    <a:pt x="721333" y="0"/>
                    <a:pt x="777679" y="56346"/>
                    <a:pt x="777679" y="125853"/>
                  </a:cubicBezTo>
                  <a:lnTo>
                    <a:pt x="777679" y="1038064"/>
                  </a:lnTo>
                  <a:cubicBezTo>
                    <a:pt x="777679" y="1107571"/>
                    <a:pt x="721333" y="1163917"/>
                    <a:pt x="651826" y="1163917"/>
                  </a:cubicBezTo>
                  <a:lnTo>
                    <a:pt x="125853" y="1163917"/>
                  </a:lnTo>
                  <a:cubicBezTo>
                    <a:pt x="56346" y="1163917"/>
                    <a:pt x="0" y="1107571"/>
                    <a:pt x="0" y="1038064"/>
                  </a:cubicBezTo>
                  <a:lnTo>
                    <a:pt x="0" y="125853"/>
                  </a:lnTo>
                  <a:cubicBezTo>
                    <a:pt x="0" y="56346"/>
                    <a:pt x="56346" y="0"/>
                    <a:pt x="125853" y="0"/>
                  </a:cubicBez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77679" cy="1202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8" id="38"/>
          <p:cNvSpPr/>
          <p:nvPr/>
        </p:nvSpPr>
        <p:spPr>
          <a:xfrm flipV="true">
            <a:off x="9144000" y="3616303"/>
            <a:ext cx="0" cy="1089859"/>
          </a:xfrm>
          <a:prstGeom prst="line">
            <a:avLst/>
          </a:prstGeom>
          <a:ln cap="flat" w="19050">
            <a:solidFill>
              <a:srgbClr val="007B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9" id="39"/>
          <p:cNvSpPr/>
          <p:nvPr/>
        </p:nvSpPr>
        <p:spPr>
          <a:xfrm flipH="false" flipV="false" rot="2700000">
            <a:off x="8571572" y="4827423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7"/>
                </a:lnTo>
                <a:lnTo>
                  <a:pt x="0" y="1144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8782050" y="3071373"/>
            <a:ext cx="723900" cy="723900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401276" y="2976123"/>
            <a:ext cx="723900" cy="723900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3C4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077575" y="2976123"/>
            <a:ext cx="723900" cy="723900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5DC5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05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107956" y="2785623"/>
            <a:ext cx="723900" cy="723900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197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373100" y="2785623"/>
            <a:ext cx="723900" cy="723900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418D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06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814636" y="2499873"/>
            <a:ext cx="723900" cy="723900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5668625" y="2499873"/>
            <a:ext cx="723900" cy="723900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1275A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07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8100000">
            <a:off x="3661434" y="4627398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7" y="0"/>
                </a:lnTo>
                <a:lnTo>
                  <a:pt x="1144857" y="1144857"/>
                </a:lnTo>
                <a:lnTo>
                  <a:pt x="0" y="1144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-2700000">
            <a:off x="13486383" y="4627398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7"/>
                </a:lnTo>
                <a:lnTo>
                  <a:pt x="0" y="1144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8100000">
            <a:off x="5942672" y="4817898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7"/>
                </a:lnTo>
                <a:lnTo>
                  <a:pt x="0" y="1144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-2700000">
            <a:off x="11200383" y="4817898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7"/>
                </a:lnTo>
                <a:lnTo>
                  <a:pt x="0" y="1144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814636" y="4837876"/>
            <a:ext cx="457200" cy="342900"/>
          </a:xfrm>
          <a:custGeom>
            <a:avLst/>
            <a:gdLst/>
            <a:ahLst/>
            <a:cxnLst/>
            <a:rect r="r" b="b" t="t" l="l"/>
            <a:pathLst>
              <a:path h="342900" w="457200">
                <a:moveTo>
                  <a:pt x="0" y="0"/>
                </a:moveTo>
                <a:lnTo>
                  <a:pt x="457200" y="0"/>
                </a:lnTo>
                <a:lnTo>
                  <a:pt x="4572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4107956" y="4971226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6382226" y="5161726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6021050" y="4780726"/>
            <a:ext cx="476871" cy="457200"/>
          </a:xfrm>
          <a:custGeom>
            <a:avLst/>
            <a:gdLst/>
            <a:ahLst/>
            <a:cxnLst/>
            <a:rect r="r" b="b" t="t" l="l"/>
            <a:pathLst>
              <a:path h="457200" w="476871">
                <a:moveTo>
                  <a:pt x="0" y="0"/>
                </a:moveTo>
                <a:lnTo>
                  <a:pt x="476871" y="0"/>
                </a:lnTo>
                <a:lnTo>
                  <a:pt x="476871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3735050" y="4971226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8953405" y="5076001"/>
            <a:ext cx="381190" cy="457200"/>
          </a:xfrm>
          <a:custGeom>
            <a:avLst/>
            <a:gdLst/>
            <a:ahLst/>
            <a:cxnLst/>
            <a:rect r="r" b="b" t="t" l="l"/>
            <a:pathLst>
              <a:path h="457200" w="381190">
                <a:moveTo>
                  <a:pt x="0" y="0"/>
                </a:moveTo>
                <a:lnTo>
                  <a:pt x="381190" y="0"/>
                </a:lnTo>
                <a:lnTo>
                  <a:pt x="38119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1467624" y="5161726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8191500" y="6228437"/>
            <a:ext cx="1905000" cy="2061953"/>
            <a:chOff x="0" y="0"/>
            <a:chExt cx="2540000" cy="2749271"/>
          </a:xfrm>
        </p:grpSpPr>
        <p:sp>
          <p:nvSpPr>
            <p:cNvPr name="TextBox 73" id="73"/>
            <p:cNvSpPr txBox="true"/>
            <p:nvPr/>
          </p:nvSpPr>
          <p:spPr>
            <a:xfrm rot="0">
              <a:off x="0" y="-19050"/>
              <a:ext cx="2540000" cy="775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Cha</a:t>
              </a: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nnels &amp; Tactics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0">
              <a:off x="0" y="1042815"/>
              <a:ext cx="2540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The</a:t>
              </a:r>
              <a:r>
                <a:rPr lang="en-US" sz="15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specific platforms and methods used to deliver your message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5610225" y="6209387"/>
            <a:ext cx="1809750" cy="2061953"/>
            <a:chOff x="0" y="0"/>
            <a:chExt cx="2413000" cy="2749271"/>
          </a:xfrm>
        </p:grpSpPr>
        <p:sp>
          <p:nvSpPr>
            <p:cNvPr name="TextBox 76" id="76"/>
            <p:cNvSpPr txBox="true"/>
            <p:nvPr/>
          </p:nvSpPr>
          <p:spPr>
            <a:xfrm rot="0">
              <a:off x="0" y="-19050"/>
              <a:ext cx="2413000" cy="775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arget </a:t>
              </a:r>
            </a:p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Aud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ience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0" y="1042815"/>
              <a:ext cx="2413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Understand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ing the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people you are trying to reach with your marketing efforts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868025" y="6209387"/>
            <a:ext cx="1809750" cy="1804778"/>
            <a:chOff x="0" y="0"/>
            <a:chExt cx="2413000" cy="2406371"/>
          </a:xfrm>
        </p:grpSpPr>
        <p:sp>
          <p:nvSpPr>
            <p:cNvPr name="TextBox 79" id="79"/>
            <p:cNvSpPr txBox="true"/>
            <p:nvPr/>
          </p:nvSpPr>
          <p:spPr>
            <a:xfrm rot="0">
              <a:off x="0" y="-19050"/>
              <a:ext cx="2413000" cy="775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</a:t>
              </a: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ntent Strategy</a:t>
              </a:r>
            </a:p>
          </p:txBody>
        </p:sp>
        <p:sp>
          <p:nvSpPr>
            <p:cNvPr name="TextBox 80" id="80"/>
            <p:cNvSpPr txBox="true"/>
            <p:nvPr/>
          </p:nvSpPr>
          <p:spPr>
            <a:xfrm rot="0">
              <a:off x="0" y="1042815"/>
              <a:ext cx="2413000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Wha</a:t>
              </a:r>
              <a:r>
                <a:rPr lang="en-US" sz="15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 you will create and share to connect with your audience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3328988" y="6123662"/>
            <a:ext cx="1809750" cy="2061953"/>
            <a:chOff x="0" y="0"/>
            <a:chExt cx="2413000" cy="2749271"/>
          </a:xfrm>
        </p:grpSpPr>
        <p:sp>
          <p:nvSpPr>
            <p:cNvPr name="TextBox 82" id="82"/>
            <p:cNvSpPr txBox="true"/>
            <p:nvPr/>
          </p:nvSpPr>
          <p:spPr>
            <a:xfrm rot="0">
              <a:off x="0" y="-19050"/>
              <a:ext cx="2413000" cy="775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Go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als &amp; Objectives</a:t>
              </a:r>
            </a:p>
          </p:txBody>
        </p:sp>
        <p:sp>
          <p:nvSpPr>
            <p:cNvPr name="TextBox 83" id="83"/>
            <p:cNvSpPr txBox="true"/>
            <p:nvPr/>
          </p:nvSpPr>
          <p:spPr>
            <a:xfrm rot="0">
              <a:off x="0" y="1042815"/>
              <a:ext cx="2413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pecific, measurable, and time-bound targets for the marketing team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38225" y="5914112"/>
            <a:ext cx="1809750" cy="1804778"/>
            <a:chOff x="0" y="0"/>
            <a:chExt cx="2413000" cy="2406371"/>
          </a:xfrm>
        </p:grpSpPr>
        <p:sp>
          <p:nvSpPr>
            <p:cNvPr name="TextBox 85" id="85"/>
            <p:cNvSpPr txBox="true"/>
            <p:nvPr/>
          </p:nvSpPr>
          <p:spPr>
            <a:xfrm rot="0">
              <a:off x="0" y="-19050"/>
              <a:ext cx="2413000" cy="775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Vision &amp; </a:t>
              </a:r>
            </a:p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Mission</a:t>
              </a:r>
            </a:p>
          </p:txBody>
        </p:sp>
        <p:sp>
          <p:nvSpPr>
            <p:cNvPr name="TextBox 86" id="86"/>
            <p:cNvSpPr txBox="true"/>
            <p:nvPr/>
          </p:nvSpPr>
          <p:spPr>
            <a:xfrm rot="0">
              <a:off x="0" y="1042815"/>
              <a:ext cx="2413000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 clear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statement of what the company wants to achieve long term</a:t>
              </a: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2476500" y="962025"/>
            <a:ext cx="1333500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Building Your Marketing Foundation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2476500" y="1618312"/>
            <a:ext cx="13335000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core components that build a strong foundation for success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13154025" y="6123662"/>
            <a:ext cx="1809750" cy="2061953"/>
            <a:chOff x="0" y="0"/>
            <a:chExt cx="2413000" cy="2749271"/>
          </a:xfrm>
        </p:grpSpPr>
        <p:sp>
          <p:nvSpPr>
            <p:cNvPr name="TextBox 90" id="90"/>
            <p:cNvSpPr txBox="true"/>
            <p:nvPr/>
          </p:nvSpPr>
          <p:spPr>
            <a:xfrm rot="0">
              <a:off x="0" y="-19050"/>
              <a:ext cx="2413000" cy="775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Budg</a:t>
              </a: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et &amp; Resources</a:t>
              </a:r>
            </a:p>
          </p:txBody>
        </p:sp>
        <p:sp>
          <p:nvSpPr>
            <p:cNvPr name="TextBox 91" id="91"/>
            <p:cNvSpPr txBox="true"/>
            <p:nvPr/>
          </p:nvSpPr>
          <p:spPr>
            <a:xfrm rot="0">
              <a:off x="0" y="1042815"/>
              <a:ext cx="2413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Alloca</a:t>
              </a:r>
              <a:r>
                <a:rPr lang="en-US" sz="15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ting funds and assets to th</a:t>
              </a:r>
              <a:r>
                <a:rPr lang="en-US" sz="15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 most impactful marketing activities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5440025" y="5914112"/>
            <a:ext cx="1809750" cy="2061953"/>
            <a:chOff x="0" y="0"/>
            <a:chExt cx="2413000" cy="2749271"/>
          </a:xfrm>
        </p:grpSpPr>
        <p:sp>
          <p:nvSpPr>
            <p:cNvPr name="TextBox 93" id="93"/>
            <p:cNvSpPr txBox="true"/>
            <p:nvPr/>
          </p:nvSpPr>
          <p:spPr>
            <a:xfrm rot="0">
              <a:off x="0" y="-19050"/>
              <a:ext cx="2413000" cy="775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</a:t>
              </a: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easurement &amp; Reporting</a:t>
              </a:r>
            </a:p>
          </p:txBody>
        </p:sp>
        <p:sp>
          <p:nvSpPr>
            <p:cNvPr name="TextBox 94" id="94"/>
            <p:cNvSpPr txBox="true"/>
            <p:nvPr/>
          </p:nvSpPr>
          <p:spPr>
            <a:xfrm rot="0">
              <a:off x="0" y="1042815"/>
              <a:ext cx="2413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 framework</a:t>
              </a:r>
              <a:r>
                <a:rPr lang="en-US" sz="15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for</a:t>
              </a:r>
              <a:r>
                <a:rPr lang="en-US" sz="15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tracking results and evaluating the plan’s effectiveness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7455" y="2875111"/>
            <a:ext cx="1631063" cy="163106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413977" y="2981851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0" y="0"/>
                </a:lnTo>
                <a:lnTo>
                  <a:pt x="838020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9226" y="3891477"/>
            <a:ext cx="627522" cy="627522"/>
          </a:xfrm>
          <a:custGeom>
            <a:avLst/>
            <a:gdLst/>
            <a:ahLst/>
            <a:cxnLst/>
            <a:rect r="r" b="b" t="t" l="l"/>
            <a:pathLst>
              <a:path h="627522" w="627522">
                <a:moveTo>
                  <a:pt x="0" y="0"/>
                </a:moveTo>
                <a:lnTo>
                  <a:pt x="627522" y="0"/>
                </a:lnTo>
                <a:lnTo>
                  <a:pt x="627522" y="627522"/>
                </a:lnTo>
                <a:lnTo>
                  <a:pt x="0" y="627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942153" y="2875111"/>
            <a:ext cx="1631063" cy="163106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19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5400000">
            <a:off x="4338675" y="2981851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0" y="0"/>
                </a:lnTo>
                <a:lnTo>
                  <a:pt x="838020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443924" y="3891477"/>
            <a:ext cx="627522" cy="627522"/>
          </a:xfrm>
          <a:custGeom>
            <a:avLst/>
            <a:gdLst/>
            <a:ahLst/>
            <a:cxnLst/>
            <a:rect r="r" b="b" t="t" l="l"/>
            <a:pathLst>
              <a:path h="627522" w="627522">
                <a:moveTo>
                  <a:pt x="0" y="0"/>
                </a:moveTo>
                <a:lnTo>
                  <a:pt x="627522" y="0"/>
                </a:lnTo>
                <a:lnTo>
                  <a:pt x="627522" y="627522"/>
                </a:lnTo>
                <a:lnTo>
                  <a:pt x="0" y="627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866851" y="2875111"/>
            <a:ext cx="1631063" cy="163106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3C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5400000">
            <a:off x="7263373" y="2981851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0" y="0"/>
                </a:lnTo>
                <a:lnTo>
                  <a:pt x="838020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368622" y="3891477"/>
            <a:ext cx="627522" cy="627522"/>
          </a:xfrm>
          <a:custGeom>
            <a:avLst/>
            <a:gdLst/>
            <a:ahLst/>
            <a:cxnLst/>
            <a:rect r="r" b="b" t="t" l="l"/>
            <a:pathLst>
              <a:path h="627522" w="627522">
                <a:moveTo>
                  <a:pt x="0" y="0"/>
                </a:moveTo>
                <a:lnTo>
                  <a:pt x="627521" y="0"/>
                </a:lnTo>
                <a:lnTo>
                  <a:pt x="627521" y="627522"/>
                </a:lnTo>
                <a:lnTo>
                  <a:pt x="0" y="627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791549" y="2875111"/>
            <a:ext cx="1631063" cy="163106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5400000">
            <a:off x="10188070" y="2981851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0" y="0"/>
                </a:lnTo>
                <a:lnTo>
                  <a:pt x="838020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293319" y="3891477"/>
            <a:ext cx="627522" cy="627522"/>
          </a:xfrm>
          <a:custGeom>
            <a:avLst/>
            <a:gdLst/>
            <a:ahLst/>
            <a:cxnLst/>
            <a:rect r="r" b="b" t="t" l="l"/>
            <a:pathLst>
              <a:path h="627522" w="627522">
                <a:moveTo>
                  <a:pt x="0" y="0"/>
                </a:moveTo>
                <a:lnTo>
                  <a:pt x="627522" y="0"/>
                </a:lnTo>
                <a:lnTo>
                  <a:pt x="627522" y="627522"/>
                </a:lnTo>
                <a:lnTo>
                  <a:pt x="0" y="627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716247" y="2875111"/>
            <a:ext cx="1631063" cy="1631063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5DC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5400000">
            <a:off x="13112768" y="2981851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0" y="0"/>
                </a:lnTo>
                <a:lnTo>
                  <a:pt x="838020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218017" y="3891477"/>
            <a:ext cx="627522" cy="627522"/>
          </a:xfrm>
          <a:custGeom>
            <a:avLst/>
            <a:gdLst/>
            <a:ahLst/>
            <a:cxnLst/>
            <a:rect r="r" b="b" t="t" l="l"/>
            <a:pathLst>
              <a:path h="627522" w="627522">
                <a:moveTo>
                  <a:pt x="0" y="0"/>
                </a:moveTo>
                <a:lnTo>
                  <a:pt x="627522" y="0"/>
                </a:lnTo>
                <a:lnTo>
                  <a:pt x="627522" y="627522"/>
                </a:lnTo>
                <a:lnTo>
                  <a:pt x="0" y="627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5640944" y="2875111"/>
            <a:ext cx="1631063" cy="1631063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418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5400000">
            <a:off x="16037466" y="2981851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0" y="0"/>
                </a:lnTo>
                <a:lnTo>
                  <a:pt x="838020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6142715" y="3891477"/>
            <a:ext cx="627522" cy="627522"/>
          </a:xfrm>
          <a:custGeom>
            <a:avLst/>
            <a:gdLst/>
            <a:ahLst/>
            <a:cxnLst/>
            <a:rect r="r" b="b" t="t" l="l"/>
            <a:pathLst>
              <a:path h="627522" w="627522">
                <a:moveTo>
                  <a:pt x="0" y="0"/>
                </a:moveTo>
                <a:lnTo>
                  <a:pt x="627522" y="0"/>
                </a:lnTo>
                <a:lnTo>
                  <a:pt x="627522" y="627522"/>
                </a:lnTo>
                <a:lnTo>
                  <a:pt x="0" y="627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2" id="32"/>
          <p:cNvSpPr/>
          <p:nvPr/>
        </p:nvSpPr>
        <p:spPr>
          <a:xfrm flipH="true">
            <a:off x="3297032" y="5181411"/>
            <a:ext cx="0" cy="3136235"/>
          </a:xfrm>
          <a:prstGeom prst="line">
            <a:avLst/>
          </a:prstGeom>
          <a:ln cap="flat" w="19050">
            <a:solidFill>
              <a:srgbClr val="BFC1C9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33" id="33"/>
          <p:cNvSpPr/>
          <p:nvPr/>
        </p:nvSpPr>
        <p:spPr>
          <a:xfrm flipH="true">
            <a:off x="6227927" y="5181411"/>
            <a:ext cx="0" cy="3136235"/>
          </a:xfrm>
          <a:prstGeom prst="line">
            <a:avLst/>
          </a:prstGeom>
          <a:ln cap="flat" w="19050">
            <a:solidFill>
              <a:srgbClr val="BFC1C9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34" id="34"/>
          <p:cNvSpPr/>
          <p:nvPr/>
        </p:nvSpPr>
        <p:spPr>
          <a:xfrm flipV="true">
            <a:off x="1278633" y="8877300"/>
            <a:ext cx="1108708" cy="0"/>
          </a:xfrm>
          <a:prstGeom prst="line">
            <a:avLst/>
          </a:prstGeom>
          <a:ln cap="flat" w="76200">
            <a:solidFill>
              <a:srgbClr val="94D3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V="true">
            <a:off x="4209528" y="8877300"/>
            <a:ext cx="1108708" cy="0"/>
          </a:xfrm>
          <a:prstGeom prst="line">
            <a:avLst/>
          </a:prstGeom>
          <a:ln cap="flat" w="76200">
            <a:solidFill>
              <a:srgbClr val="00C19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 flipH="true">
            <a:off x="9158823" y="5181411"/>
            <a:ext cx="0" cy="3136235"/>
          </a:xfrm>
          <a:prstGeom prst="line">
            <a:avLst/>
          </a:prstGeom>
          <a:ln cap="flat" w="19050">
            <a:solidFill>
              <a:srgbClr val="BFC1C9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37" id="37"/>
          <p:cNvSpPr/>
          <p:nvPr/>
        </p:nvSpPr>
        <p:spPr>
          <a:xfrm flipV="true">
            <a:off x="7140423" y="8877300"/>
            <a:ext cx="1108708" cy="0"/>
          </a:xfrm>
          <a:prstGeom prst="line">
            <a:avLst/>
          </a:prstGeom>
          <a:ln cap="flat" w="76200">
            <a:solidFill>
              <a:srgbClr val="007B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flipH="true">
            <a:off x="12089718" y="5181411"/>
            <a:ext cx="0" cy="3136235"/>
          </a:xfrm>
          <a:prstGeom prst="line">
            <a:avLst/>
          </a:prstGeom>
          <a:ln cap="flat" w="19050">
            <a:solidFill>
              <a:srgbClr val="BFC1C9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39" id="39"/>
          <p:cNvSpPr/>
          <p:nvPr/>
        </p:nvSpPr>
        <p:spPr>
          <a:xfrm flipV="true">
            <a:off x="10071319" y="8877300"/>
            <a:ext cx="1108708" cy="0"/>
          </a:xfrm>
          <a:prstGeom prst="line">
            <a:avLst/>
          </a:prstGeom>
          <a:ln cap="flat" w="76200">
            <a:solidFill>
              <a:srgbClr val="007B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flipH="true">
            <a:off x="15020613" y="5181411"/>
            <a:ext cx="0" cy="3136235"/>
          </a:xfrm>
          <a:prstGeom prst="line">
            <a:avLst/>
          </a:prstGeom>
          <a:ln cap="flat" w="19050">
            <a:solidFill>
              <a:srgbClr val="BFC1C9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41" id="41"/>
          <p:cNvSpPr/>
          <p:nvPr/>
        </p:nvSpPr>
        <p:spPr>
          <a:xfrm flipV="true">
            <a:off x="13002214" y="8877300"/>
            <a:ext cx="1108708" cy="0"/>
          </a:xfrm>
          <a:prstGeom prst="line">
            <a:avLst/>
          </a:prstGeom>
          <a:ln cap="flat" w="76200">
            <a:solidFill>
              <a:srgbClr val="175D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flipV="true">
            <a:off x="15933109" y="8877300"/>
            <a:ext cx="1108708" cy="0"/>
          </a:xfrm>
          <a:prstGeom prst="line">
            <a:avLst/>
          </a:prstGeom>
          <a:ln cap="flat" w="76200">
            <a:solidFill>
              <a:srgbClr val="18418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3" id="43"/>
          <p:cNvSpPr/>
          <p:nvPr/>
        </p:nvSpPr>
        <p:spPr>
          <a:xfrm flipH="false" flipV="false" rot="0">
            <a:off x="1541909" y="3233443"/>
            <a:ext cx="582156" cy="533400"/>
          </a:xfrm>
          <a:custGeom>
            <a:avLst/>
            <a:gdLst/>
            <a:ahLst/>
            <a:cxnLst/>
            <a:rect r="r" b="b" t="t" l="l"/>
            <a:pathLst>
              <a:path h="533400" w="582156">
                <a:moveTo>
                  <a:pt x="0" y="0"/>
                </a:moveTo>
                <a:lnTo>
                  <a:pt x="582156" y="0"/>
                </a:lnTo>
                <a:lnTo>
                  <a:pt x="582156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4557660" y="3233443"/>
            <a:ext cx="400050" cy="533400"/>
          </a:xfrm>
          <a:custGeom>
            <a:avLst/>
            <a:gdLst/>
            <a:ahLst/>
            <a:cxnLst/>
            <a:rect r="r" b="b" t="t" l="l"/>
            <a:pathLst>
              <a:path h="533400" w="400050">
                <a:moveTo>
                  <a:pt x="0" y="0"/>
                </a:moveTo>
                <a:lnTo>
                  <a:pt x="400050" y="0"/>
                </a:lnTo>
                <a:lnTo>
                  <a:pt x="40005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7482358" y="3233443"/>
            <a:ext cx="400050" cy="533400"/>
          </a:xfrm>
          <a:custGeom>
            <a:avLst/>
            <a:gdLst/>
            <a:ahLst/>
            <a:cxnLst/>
            <a:rect r="r" b="b" t="t" l="l"/>
            <a:pathLst>
              <a:path h="533400" w="400050">
                <a:moveTo>
                  <a:pt x="0" y="0"/>
                </a:moveTo>
                <a:lnTo>
                  <a:pt x="400050" y="0"/>
                </a:lnTo>
                <a:lnTo>
                  <a:pt x="40005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0340380" y="3233443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3253604" y="3233443"/>
            <a:ext cx="556349" cy="533400"/>
          </a:xfrm>
          <a:custGeom>
            <a:avLst/>
            <a:gdLst/>
            <a:ahLst/>
            <a:cxnLst/>
            <a:rect r="r" b="b" t="t" l="l"/>
            <a:pathLst>
              <a:path h="533400" w="556349">
                <a:moveTo>
                  <a:pt x="0" y="0"/>
                </a:moveTo>
                <a:lnTo>
                  <a:pt x="556349" y="0"/>
                </a:lnTo>
                <a:lnTo>
                  <a:pt x="556349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6189776" y="3233443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2476500" y="962025"/>
            <a:ext cx="1333500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Executing Your Marketing Strategy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476500" y="1618312"/>
            <a:ext cx="13335000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structured approach for developing and executing your marketing strategy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28112" y="5181411"/>
            <a:ext cx="1809750" cy="2023853"/>
            <a:chOff x="0" y="0"/>
            <a:chExt cx="2413000" cy="2698471"/>
          </a:xfrm>
        </p:grpSpPr>
        <p:sp>
          <p:nvSpPr>
            <p:cNvPr name="TextBox 52" id="52"/>
            <p:cNvSpPr txBox="true"/>
            <p:nvPr/>
          </p:nvSpPr>
          <p:spPr>
            <a:xfrm rot="0">
              <a:off x="0" y="0"/>
              <a:ext cx="24130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Rese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arch &amp; Analysis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0" y="992015"/>
              <a:ext cx="2413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Collect data to 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understand the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market, competitors, and your audience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3859007" y="5181411"/>
            <a:ext cx="1809750" cy="1766678"/>
            <a:chOff x="0" y="0"/>
            <a:chExt cx="2413000" cy="2355571"/>
          </a:xfrm>
        </p:grpSpPr>
        <p:sp>
          <p:nvSpPr>
            <p:cNvPr name="TextBox 55" id="55"/>
            <p:cNvSpPr txBox="true"/>
            <p:nvPr/>
          </p:nvSpPr>
          <p:spPr>
            <a:xfrm rot="0">
              <a:off x="0" y="0"/>
              <a:ext cx="24130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Define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</a:t>
              </a:r>
            </a:p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Strategy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0" y="992015"/>
              <a:ext cx="2413000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et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clear goals and outline the overall direction for the plan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166941" y="7895688"/>
            <a:ext cx="1332091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01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097837" y="7895688"/>
            <a:ext cx="1332091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02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6789902" y="5181411"/>
            <a:ext cx="1809750" cy="1766678"/>
            <a:chOff x="0" y="0"/>
            <a:chExt cx="2413000" cy="2355571"/>
          </a:xfrm>
        </p:grpSpPr>
        <p:sp>
          <p:nvSpPr>
            <p:cNvPr name="TextBox 60" id="60"/>
            <p:cNvSpPr txBox="true"/>
            <p:nvPr/>
          </p:nvSpPr>
          <p:spPr>
            <a:xfrm rot="0">
              <a:off x="0" y="0"/>
              <a:ext cx="24130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actical Planning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0" y="992015"/>
              <a:ext cx="2413000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Choos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 the right chann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els, content, and campaigns for execution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7028732" y="7895688"/>
            <a:ext cx="1332091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03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720798" y="5181411"/>
            <a:ext cx="1809750" cy="1766678"/>
            <a:chOff x="0" y="0"/>
            <a:chExt cx="2413000" cy="2355571"/>
          </a:xfrm>
        </p:grpSpPr>
        <p:sp>
          <p:nvSpPr>
            <p:cNvPr name="TextBox 64" id="64"/>
            <p:cNvSpPr txBox="true"/>
            <p:nvPr/>
          </p:nvSpPr>
          <p:spPr>
            <a:xfrm rot="0">
              <a:off x="0" y="0"/>
              <a:ext cx="24130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Plan </a:t>
              </a:r>
            </a:p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Execution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0" y="992015"/>
              <a:ext cx="2413000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L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aun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ch your campaigns and deliver content as scheduled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9959627" y="7895688"/>
            <a:ext cx="1332091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04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2651693" y="5181411"/>
            <a:ext cx="1809750" cy="1766678"/>
            <a:chOff x="0" y="0"/>
            <a:chExt cx="2413000" cy="2355571"/>
          </a:xfrm>
        </p:grpSpPr>
        <p:sp>
          <p:nvSpPr>
            <p:cNvPr name="TextBox 68" id="68"/>
            <p:cNvSpPr txBox="true"/>
            <p:nvPr/>
          </p:nvSpPr>
          <p:spPr>
            <a:xfrm rot="0">
              <a:off x="0" y="0"/>
              <a:ext cx="24130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Perf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ormance Tracking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0" y="992015"/>
              <a:ext cx="2413000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onitor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key metrics to see what is working and what is not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2890522" y="7895688"/>
            <a:ext cx="1332091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05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5582588" y="5181411"/>
            <a:ext cx="1809750" cy="1766678"/>
            <a:chOff x="0" y="0"/>
            <a:chExt cx="2413000" cy="2355571"/>
          </a:xfrm>
        </p:grpSpPr>
        <p:sp>
          <p:nvSpPr>
            <p:cNvPr name="TextBox 72" id="72"/>
            <p:cNvSpPr txBox="true"/>
            <p:nvPr/>
          </p:nvSpPr>
          <p:spPr>
            <a:xfrm rot="0">
              <a:off x="0" y="0"/>
              <a:ext cx="24130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Optimiza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tion &amp; Refinement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0">
              <a:off x="0" y="992015"/>
              <a:ext cx="2413000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Use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data insights to improve your plan and boost results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5821418" y="7895688"/>
            <a:ext cx="1332091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283885" y="3150033"/>
            <a:ext cx="2503966" cy="471475"/>
            <a:chOff x="0" y="0"/>
            <a:chExt cx="1723412" cy="3245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3412" cy="324503"/>
            </a:xfrm>
            <a:custGeom>
              <a:avLst/>
              <a:gdLst/>
              <a:ahLst/>
              <a:cxnLst/>
              <a:rect r="r" b="b" t="t" l="l"/>
              <a:pathLst>
                <a:path h="324503" w="1723412">
                  <a:moveTo>
                    <a:pt x="203200" y="324503"/>
                  </a:moveTo>
                  <a:lnTo>
                    <a:pt x="1520212" y="324503"/>
                  </a:lnTo>
                  <a:lnTo>
                    <a:pt x="1723412" y="0"/>
                  </a:lnTo>
                  <a:lnTo>
                    <a:pt x="0" y="0"/>
                  </a:lnTo>
                  <a:lnTo>
                    <a:pt x="203200" y="32450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19050"/>
              <a:ext cx="1469412" cy="343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700000">
            <a:off x="1078991" y="6354742"/>
            <a:ext cx="2913755" cy="2913755"/>
          </a:xfrm>
          <a:custGeom>
            <a:avLst/>
            <a:gdLst/>
            <a:ahLst/>
            <a:cxnLst/>
            <a:rect r="r" b="b" t="t" l="l"/>
            <a:pathLst>
              <a:path h="2913755" w="2913755">
                <a:moveTo>
                  <a:pt x="0" y="0"/>
                </a:moveTo>
                <a:lnTo>
                  <a:pt x="2913755" y="0"/>
                </a:lnTo>
                <a:lnTo>
                  <a:pt x="2913755" y="2913755"/>
                </a:lnTo>
                <a:lnTo>
                  <a:pt x="0" y="291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82140" y="3376264"/>
            <a:ext cx="2507456" cy="5372280"/>
            <a:chOff x="0" y="0"/>
            <a:chExt cx="660400" cy="14149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0400" cy="1414921"/>
            </a:xfrm>
            <a:custGeom>
              <a:avLst/>
              <a:gdLst/>
              <a:ahLst/>
              <a:cxnLst/>
              <a:rect r="r" b="b" t="t" l="l"/>
              <a:pathLst>
                <a:path h="1414921" w="660400">
                  <a:moveTo>
                    <a:pt x="220252" y="1395852"/>
                  </a:moveTo>
                  <a:cubicBezTo>
                    <a:pt x="254109" y="1407366"/>
                    <a:pt x="292600" y="1414921"/>
                    <a:pt x="330378" y="1414921"/>
                  </a:cubicBezTo>
                  <a:cubicBezTo>
                    <a:pt x="368157" y="1414921"/>
                    <a:pt x="404509" y="1408444"/>
                    <a:pt x="438009" y="1396931"/>
                  </a:cubicBezTo>
                  <a:cubicBezTo>
                    <a:pt x="438723" y="1396571"/>
                    <a:pt x="439435" y="1396571"/>
                    <a:pt x="440148" y="1396212"/>
                  </a:cubicBezTo>
                  <a:cubicBezTo>
                    <a:pt x="565955" y="1350156"/>
                    <a:pt x="658618" y="1228543"/>
                    <a:pt x="660400" y="1073045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72248"/>
                  </a:lnTo>
                  <a:cubicBezTo>
                    <a:pt x="1782" y="1229261"/>
                    <a:pt x="93019" y="1350877"/>
                    <a:pt x="220252" y="13958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660400" cy="130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0820" y="3150033"/>
            <a:ext cx="1910096" cy="716660"/>
            <a:chOff x="0" y="0"/>
            <a:chExt cx="1084652" cy="4069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4652" cy="406957"/>
            </a:xfrm>
            <a:custGeom>
              <a:avLst/>
              <a:gdLst/>
              <a:ahLst/>
              <a:cxnLst/>
              <a:rect r="r" b="b" t="t" l="l"/>
              <a:pathLst>
                <a:path h="406957" w="1084652">
                  <a:moveTo>
                    <a:pt x="203200" y="406957"/>
                  </a:moveTo>
                  <a:lnTo>
                    <a:pt x="881452" y="406957"/>
                  </a:lnTo>
                  <a:lnTo>
                    <a:pt x="1084652" y="0"/>
                  </a:lnTo>
                  <a:lnTo>
                    <a:pt x="0" y="0"/>
                  </a:lnTo>
                  <a:lnTo>
                    <a:pt x="203200" y="406957"/>
                  </a:ln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-19050"/>
              <a:ext cx="830652" cy="426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0800000">
            <a:off x="4587207" y="3150033"/>
            <a:ext cx="2503966" cy="471475"/>
            <a:chOff x="0" y="0"/>
            <a:chExt cx="1723412" cy="3245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23412" cy="324503"/>
            </a:xfrm>
            <a:custGeom>
              <a:avLst/>
              <a:gdLst/>
              <a:ahLst/>
              <a:cxnLst/>
              <a:rect r="r" b="b" t="t" l="l"/>
              <a:pathLst>
                <a:path h="324503" w="1723412">
                  <a:moveTo>
                    <a:pt x="203200" y="324503"/>
                  </a:moveTo>
                  <a:lnTo>
                    <a:pt x="1520212" y="324503"/>
                  </a:lnTo>
                  <a:lnTo>
                    <a:pt x="1723412" y="0"/>
                  </a:lnTo>
                  <a:lnTo>
                    <a:pt x="0" y="0"/>
                  </a:lnTo>
                  <a:lnTo>
                    <a:pt x="203200" y="32450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-19050"/>
              <a:ext cx="1469412" cy="343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2700000">
            <a:off x="4382313" y="6354742"/>
            <a:ext cx="2913755" cy="2913755"/>
          </a:xfrm>
          <a:custGeom>
            <a:avLst/>
            <a:gdLst/>
            <a:ahLst/>
            <a:cxnLst/>
            <a:rect r="r" b="b" t="t" l="l"/>
            <a:pathLst>
              <a:path h="2913755" w="2913755">
                <a:moveTo>
                  <a:pt x="0" y="0"/>
                </a:moveTo>
                <a:lnTo>
                  <a:pt x="2913755" y="0"/>
                </a:lnTo>
                <a:lnTo>
                  <a:pt x="2913755" y="2913755"/>
                </a:lnTo>
                <a:lnTo>
                  <a:pt x="0" y="291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585462" y="3376264"/>
            <a:ext cx="2507456" cy="5372280"/>
            <a:chOff x="0" y="0"/>
            <a:chExt cx="660400" cy="14149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0400" cy="1414921"/>
            </a:xfrm>
            <a:custGeom>
              <a:avLst/>
              <a:gdLst/>
              <a:ahLst/>
              <a:cxnLst/>
              <a:rect r="r" b="b" t="t" l="l"/>
              <a:pathLst>
                <a:path h="1414921" w="660400">
                  <a:moveTo>
                    <a:pt x="220252" y="1395852"/>
                  </a:moveTo>
                  <a:cubicBezTo>
                    <a:pt x="254109" y="1407366"/>
                    <a:pt x="292600" y="1414921"/>
                    <a:pt x="330378" y="1414921"/>
                  </a:cubicBezTo>
                  <a:cubicBezTo>
                    <a:pt x="368157" y="1414921"/>
                    <a:pt x="404509" y="1408444"/>
                    <a:pt x="438009" y="1396931"/>
                  </a:cubicBezTo>
                  <a:cubicBezTo>
                    <a:pt x="438723" y="1396571"/>
                    <a:pt x="439435" y="1396571"/>
                    <a:pt x="440148" y="1396212"/>
                  </a:cubicBezTo>
                  <a:cubicBezTo>
                    <a:pt x="565955" y="1350156"/>
                    <a:pt x="658618" y="1228543"/>
                    <a:pt x="660400" y="1073045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72248"/>
                  </a:lnTo>
                  <a:cubicBezTo>
                    <a:pt x="1782" y="1229261"/>
                    <a:pt x="93019" y="1350877"/>
                    <a:pt x="220252" y="13958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660400" cy="130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884142" y="3150033"/>
            <a:ext cx="1910096" cy="716660"/>
            <a:chOff x="0" y="0"/>
            <a:chExt cx="1084652" cy="40695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4652" cy="406957"/>
            </a:xfrm>
            <a:custGeom>
              <a:avLst/>
              <a:gdLst/>
              <a:ahLst/>
              <a:cxnLst/>
              <a:rect r="r" b="b" t="t" l="l"/>
              <a:pathLst>
                <a:path h="406957" w="1084652">
                  <a:moveTo>
                    <a:pt x="203200" y="406957"/>
                  </a:moveTo>
                  <a:lnTo>
                    <a:pt x="881452" y="406957"/>
                  </a:lnTo>
                  <a:lnTo>
                    <a:pt x="1084652" y="0"/>
                  </a:lnTo>
                  <a:lnTo>
                    <a:pt x="0" y="0"/>
                  </a:lnTo>
                  <a:lnTo>
                    <a:pt x="203200" y="406957"/>
                  </a:lnTo>
                  <a:close/>
                </a:path>
              </a:pathLst>
            </a:custGeom>
            <a:solidFill>
              <a:srgbClr val="00C19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-19050"/>
              <a:ext cx="830652" cy="426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10800000">
            <a:off x="7890529" y="3150033"/>
            <a:ext cx="2503966" cy="471475"/>
            <a:chOff x="0" y="0"/>
            <a:chExt cx="1723412" cy="3245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23412" cy="324503"/>
            </a:xfrm>
            <a:custGeom>
              <a:avLst/>
              <a:gdLst/>
              <a:ahLst/>
              <a:cxnLst/>
              <a:rect r="r" b="b" t="t" l="l"/>
              <a:pathLst>
                <a:path h="324503" w="1723412">
                  <a:moveTo>
                    <a:pt x="203200" y="324503"/>
                  </a:moveTo>
                  <a:lnTo>
                    <a:pt x="1520212" y="324503"/>
                  </a:lnTo>
                  <a:lnTo>
                    <a:pt x="1723412" y="0"/>
                  </a:lnTo>
                  <a:lnTo>
                    <a:pt x="0" y="0"/>
                  </a:lnTo>
                  <a:lnTo>
                    <a:pt x="203200" y="32450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-19050"/>
              <a:ext cx="1469412" cy="343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2700000">
            <a:off x="7685635" y="6354742"/>
            <a:ext cx="2913755" cy="2913755"/>
          </a:xfrm>
          <a:custGeom>
            <a:avLst/>
            <a:gdLst/>
            <a:ahLst/>
            <a:cxnLst/>
            <a:rect r="r" b="b" t="t" l="l"/>
            <a:pathLst>
              <a:path h="2913755" w="2913755">
                <a:moveTo>
                  <a:pt x="0" y="0"/>
                </a:moveTo>
                <a:lnTo>
                  <a:pt x="2913755" y="0"/>
                </a:lnTo>
                <a:lnTo>
                  <a:pt x="2913755" y="2913755"/>
                </a:lnTo>
                <a:lnTo>
                  <a:pt x="0" y="291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7888784" y="3376264"/>
            <a:ext cx="2507456" cy="5372280"/>
            <a:chOff x="0" y="0"/>
            <a:chExt cx="660400" cy="141492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0400" cy="1414921"/>
            </a:xfrm>
            <a:custGeom>
              <a:avLst/>
              <a:gdLst/>
              <a:ahLst/>
              <a:cxnLst/>
              <a:rect r="r" b="b" t="t" l="l"/>
              <a:pathLst>
                <a:path h="1414921" w="660400">
                  <a:moveTo>
                    <a:pt x="220252" y="1395852"/>
                  </a:moveTo>
                  <a:cubicBezTo>
                    <a:pt x="254109" y="1407366"/>
                    <a:pt x="292600" y="1414921"/>
                    <a:pt x="330378" y="1414921"/>
                  </a:cubicBezTo>
                  <a:cubicBezTo>
                    <a:pt x="368157" y="1414921"/>
                    <a:pt x="404509" y="1408444"/>
                    <a:pt x="438009" y="1396931"/>
                  </a:cubicBezTo>
                  <a:cubicBezTo>
                    <a:pt x="438723" y="1396571"/>
                    <a:pt x="439435" y="1396571"/>
                    <a:pt x="440148" y="1396212"/>
                  </a:cubicBezTo>
                  <a:cubicBezTo>
                    <a:pt x="565955" y="1350156"/>
                    <a:pt x="658618" y="1228543"/>
                    <a:pt x="660400" y="1073045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72248"/>
                  </a:lnTo>
                  <a:cubicBezTo>
                    <a:pt x="1782" y="1229261"/>
                    <a:pt x="93019" y="1350877"/>
                    <a:pt x="220252" y="13958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660400" cy="130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187464" y="3150033"/>
            <a:ext cx="1910096" cy="716660"/>
            <a:chOff x="0" y="0"/>
            <a:chExt cx="1084652" cy="40695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84652" cy="406957"/>
            </a:xfrm>
            <a:custGeom>
              <a:avLst/>
              <a:gdLst/>
              <a:ahLst/>
              <a:cxnLst/>
              <a:rect r="r" b="b" t="t" l="l"/>
              <a:pathLst>
                <a:path h="406957" w="1084652">
                  <a:moveTo>
                    <a:pt x="203200" y="406957"/>
                  </a:moveTo>
                  <a:lnTo>
                    <a:pt x="881452" y="406957"/>
                  </a:lnTo>
                  <a:lnTo>
                    <a:pt x="1084652" y="0"/>
                  </a:lnTo>
                  <a:lnTo>
                    <a:pt x="0" y="0"/>
                  </a:lnTo>
                  <a:lnTo>
                    <a:pt x="203200" y="406957"/>
                  </a:lnTo>
                  <a:close/>
                </a:path>
              </a:pathLst>
            </a:custGeom>
            <a:solidFill>
              <a:srgbClr val="00A3C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-19050"/>
              <a:ext cx="830652" cy="426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10800000">
            <a:off x="11193851" y="3150033"/>
            <a:ext cx="2503966" cy="471475"/>
            <a:chOff x="0" y="0"/>
            <a:chExt cx="1723412" cy="3245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23412" cy="324503"/>
            </a:xfrm>
            <a:custGeom>
              <a:avLst/>
              <a:gdLst/>
              <a:ahLst/>
              <a:cxnLst/>
              <a:rect r="r" b="b" t="t" l="l"/>
              <a:pathLst>
                <a:path h="324503" w="1723412">
                  <a:moveTo>
                    <a:pt x="203200" y="324503"/>
                  </a:moveTo>
                  <a:lnTo>
                    <a:pt x="1520212" y="324503"/>
                  </a:lnTo>
                  <a:lnTo>
                    <a:pt x="1723412" y="0"/>
                  </a:lnTo>
                  <a:lnTo>
                    <a:pt x="0" y="0"/>
                  </a:lnTo>
                  <a:lnTo>
                    <a:pt x="203200" y="32450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27000" y="-19050"/>
              <a:ext cx="1469412" cy="343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2700000">
            <a:off x="10988957" y="6354742"/>
            <a:ext cx="2913755" cy="2913755"/>
          </a:xfrm>
          <a:custGeom>
            <a:avLst/>
            <a:gdLst/>
            <a:ahLst/>
            <a:cxnLst/>
            <a:rect r="r" b="b" t="t" l="l"/>
            <a:pathLst>
              <a:path h="2913755" w="2913755">
                <a:moveTo>
                  <a:pt x="0" y="0"/>
                </a:moveTo>
                <a:lnTo>
                  <a:pt x="2913755" y="0"/>
                </a:lnTo>
                <a:lnTo>
                  <a:pt x="2913755" y="2913755"/>
                </a:lnTo>
                <a:lnTo>
                  <a:pt x="0" y="291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1192106" y="3376264"/>
            <a:ext cx="2507456" cy="5372280"/>
            <a:chOff x="0" y="0"/>
            <a:chExt cx="660400" cy="141492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0400" cy="1414921"/>
            </a:xfrm>
            <a:custGeom>
              <a:avLst/>
              <a:gdLst/>
              <a:ahLst/>
              <a:cxnLst/>
              <a:rect r="r" b="b" t="t" l="l"/>
              <a:pathLst>
                <a:path h="1414921" w="660400">
                  <a:moveTo>
                    <a:pt x="220252" y="1395852"/>
                  </a:moveTo>
                  <a:cubicBezTo>
                    <a:pt x="254109" y="1407366"/>
                    <a:pt x="292600" y="1414921"/>
                    <a:pt x="330378" y="1414921"/>
                  </a:cubicBezTo>
                  <a:cubicBezTo>
                    <a:pt x="368157" y="1414921"/>
                    <a:pt x="404509" y="1408444"/>
                    <a:pt x="438009" y="1396931"/>
                  </a:cubicBezTo>
                  <a:cubicBezTo>
                    <a:pt x="438723" y="1396571"/>
                    <a:pt x="439435" y="1396571"/>
                    <a:pt x="440148" y="1396212"/>
                  </a:cubicBezTo>
                  <a:cubicBezTo>
                    <a:pt x="565955" y="1350156"/>
                    <a:pt x="658618" y="1228543"/>
                    <a:pt x="660400" y="1073045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72248"/>
                  </a:lnTo>
                  <a:cubicBezTo>
                    <a:pt x="1782" y="1229261"/>
                    <a:pt x="93019" y="1350877"/>
                    <a:pt x="220252" y="13958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660400" cy="130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490786" y="3150033"/>
            <a:ext cx="1910096" cy="716660"/>
            <a:chOff x="0" y="0"/>
            <a:chExt cx="1084652" cy="40695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84652" cy="406957"/>
            </a:xfrm>
            <a:custGeom>
              <a:avLst/>
              <a:gdLst/>
              <a:ahLst/>
              <a:cxnLst/>
              <a:rect r="r" b="b" t="t" l="l"/>
              <a:pathLst>
                <a:path h="406957" w="1084652">
                  <a:moveTo>
                    <a:pt x="203200" y="406957"/>
                  </a:moveTo>
                  <a:lnTo>
                    <a:pt x="881452" y="406957"/>
                  </a:lnTo>
                  <a:lnTo>
                    <a:pt x="1084652" y="0"/>
                  </a:lnTo>
                  <a:lnTo>
                    <a:pt x="0" y="0"/>
                  </a:lnTo>
                  <a:lnTo>
                    <a:pt x="203200" y="406957"/>
                  </a:ln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27000" y="-19050"/>
              <a:ext cx="830652" cy="426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-10800000">
            <a:off x="14497173" y="3150033"/>
            <a:ext cx="2503966" cy="471475"/>
            <a:chOff x="0" y="0"/>
            <a:chExt cx="1723412" cy="32450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23412" cy="324503"/>
            </a:xfrm>
            <a:custGeom>
              <a:avLst/>
              <a:gdLst/>
              <a:ahLst/>
              <a:cxnLst/>
              <a:rect r="r" b="b" t="t" l="l"/>
              <a:pathLst>
                <a:path h="324503" w="1723412">
                  <a:moveTo>
                    <a:pt x="203200" y="324503"/>
                  </a:moveTo>
                  <a:lnTo>
                    <a:pt x="1520212" y="324503"/>
                  </a:lnTo>
                  <a:lnTo>
                    <a:pt x="1723412" y="0"/>
                  </a:lnTo>
                  <a:lnTo>
                    <a:pt x="0" y="0"/>
                  </a:lnTo>
                  <a:lnTo>
                    <a:pt x="203200" y="32450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27000" y="-19050"/>
              <a:ext cx="1469412" cy="343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2700000">
            <a:off x="14292279" y="6354742"/>
            <a:ext cx="2913755" cy="2913755"/>
          </a:xfrm>
          <a:custGeom>
            <a:avLst/>
            <a:gdLst/>
            <a:ahLst/>
            <a:cxnLst/>
            <a:rect r="r" b="b" t="t" l="l"/>
            <a:pathLst>
              <a:path h="2913755" w="2913755">
                <a:moveTo>
                  <a:pt x="0" y="0"/>
                </a:moveTo>
                <a:lnTo>
                  <a:pt x="2913755" y="0"/>
                </a:lnTo>
                <a:lnTo>
                  <a:pt x="2913755" y="2913755"/>
                </a:lnTo>
                <a:lnTo>
                  <a:pt x="0" y="291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4495428" y="3376264"/>
            <a:ext cx="2507456" cy="5372280"/>
            <a:chOff x="0" y="0"/>
            <a:chExt cx="660400" cy="141492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60400" cy="1414921"/>
            </a:xfrm>
            <a:custGeom>
              <a:avLst/>
              <a:gdLst/>
              <a:ahLst/>
              <a:cxnLst/>
              <a:rect r="r" b="b" t="t" l="l"/>
              <a:pathLst>
                <a:path h="1414921" w="660400">
                  <a:moveTo>
                    <a:pt x="220252" y="1395852"/>
                  </a:moveTo>
                  <a:cubicBezTo>
                    <a:pt x="254109" y="1407366"/>
                    <a:pt x="292600" y="1414921"/>
                    <a:pt x="330378" y="1414921"/>
                  </a:cubicBezTo>
                  <a:cubicBezTo>
                    <a:pt x="368157" y="1414921"/>
                    <a:pt x="404509" y="1408444"/>
                    <a:pt x="438009" y="1396931"/>
                  </a:cubicBezTo>
                  <a:cubicBezTo>
                    <a:pt x="438723" y="1396571"/>
                    <a:pt x="439435" y="1396571"/>
                    <a:pt x="440148" y="1396212"/>
                  </a:cubicBezTo>
                  <a:cubicBezTo>
                    <a:pt x="565955" y="1350156"/>
                    <a:pt x="658618" y="1228543"/>
                    <a:pt x="660400" y="1073045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72248"/>
                  </a:lnTo>
                  <a:cubicBezTo>
                    <a:pt x="1782" y="1229261"/>
                    <a:pt x="93019" y="1350877"/>
                    <a:pt x="220252" y="13958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660400" cy="130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794108" y="3150033"/>
            <a:ext cx="1910096" cy="716660"/>
            <a:chOff x="0" y="0"/>
            <a:chExt cx="1084652" cy="40695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84652" cy="406957"/>
            </a:xfrm>
            <a:custGeom>
              <a:avLst/>
              <a:gdLst/>
              <a:ahLst/>
              <a:cxnLst/>
              <a:rect r="r" b="b" t="t" l="l"/>
              <a:pathLst>
                <a:path h="406957" w="1084652">
                  <a:moveTo>
                    <a:pt x="203200" y="406957"/>
                  </a:moveTo>
                  <a:lnTo>
                    <a:pt x="881452" y="406957"/>
                  </a:lnTo>
                  <a:lnTo>
                    <a:pt x="1084652" y="0"/>
                  </a:lnTo>
                  <a:lnTo>
                    <a:pt x="0" y="0"/>
                  </a:lnTo>
                  <a:lnTo>
                    <a:pt x="203200" y="406957"/>
                  </a:lnTo>
                  <a:close/>
                </a:path>
              </a:pathLst>
            </a:custGeom>
            <a:solidFill>
              <a:srgbClr val="175DC5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127000" y="-19050"/>
              <a:ext cx="830652" cy="426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2231068" y="7165075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5534390" y="7121532"/>
            <a:ext cx="609600" cy="696686"/>
          </a:xfrm>
          <a:custGeom>
            <a:avLst/>
            <a:gdLst/>
            <a:ahLst/>
            <a:cxnLst/>
            <a:rect r="r" b="b" t="t" l="l"/>
            <a:pathLst>
              <a:path h="696686" w="609600">
                <a:moveTo>
                  <a:pt x="0" y="0"/>
                </a:moveTo>
                <a:lnTo>
                  <a:pt x="609600" y="0"/>
                </a:lnTo>
                <a:lnTo>
                  <a:pt x="609600" y="696686"/>
                </a:lnTo>
                <a:lnTo>
                  <a:pt x="0" y="6966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8837712" y="7165075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5444356" y="7190602"/>
            <a:ext cx="609600" cy="558546"/>
          </a:xfrm>
          <a:custGeom>
            <a:avLst/>
            <a:gdLst/>
            <a:ahLst/>
            <a:cxnLst/>
            <a:rect r="r" b="b" t="t" l="l"/>
            <a:pathLst>
              <a:path h="558546" w="609600">
                <a:moveTo>
                  <a:pt x="0" y="0"/>
                </a:moveTo>
                <a:lnTo>
                  <a:pt x="609600" y="0"/>
                </a:lnTo>
                <a:lnTo>
                  <a:pt x="609600" y="558546"/>
                </a:lnTo>
                <a:lnTo>
                  <a:pt x="0" y="5585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2141034" y="7137215"/>
            <a:ext cx="609600" cy="665321"/>
          </a:xfrm>
          <a:custGeom>
            <a:avLst/>
            <a:gdLst/>
            <a:ahLst/>
            <a:cxnLst/>
            <a:rect r="r" b="b" t="t" l="l"/>
            <a:pathLst>
              <a:path h="665321" w="609600">
                <a:moveTo>
                  <a:pt x="0" y="0"/>
                </a:moveTo>
                <a:lnTo>
                  <a:pt x="609600" y="0"/>
                </a:lnTo>
                <a:lnTo>
                  <a:pt x="609600" y="665321"/>
                </a:lnTo>
                <a:lnTo>
                  <a:pt x="0" y="66532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8237637" y="4576966"/>
            <a:ext cx="1809750" cy="1759434"/>
            <a:chOff x="0" y="0"/>
            <a:chExt cx="2413000" cy="2345912"/>
          </a:xfrm>
        </p:grpSpPr>
        <p:sp>
          <p:nvSpPr>
            <p:cNvPr name="TextBox 58" id="58"/>
            <p:cNvSpPr txBox="true"/>
            <p:nvPr/>
          </p:nvSpPr>
          <p:spPr>
            <a:xfrm rot="0">
              <a:off x="0" y="0"/>
              <a:ext cx="2413000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Purchase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0" y="639455"/>
              <a:ext cx="2413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 cus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to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mer makes the final decision to buy your product or service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2476500" y="962025"/>
            <a:ext cx="1333500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Navigating the Customer Journey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752600" y="1618312"/>
            <a:ext cx="14782800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Understanding the path a customer takes from initial discovery to purchase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630993" y="4576966"/>
            <a:ext cx="1809750" cy="1502259"/>
            <a:chOff x="0" y="0"/>
            <a:chExt cx="2413000" cy="2003012"/>
          </a:xfrm>
        </p:grpSpPr>
        <p:sp>
          <p:nvSpPr>
            <p:cNvPr name="TextBox 63" id="63"/>
            <p:cNvSpPr txBox="true"/>
            <p:nvPr/>
          </p:nvSpPr>
          <p:spPr>
            <a:xfrm rot="0">
              <a:off x="0" y="0"/>
              <a:ext cx="2413000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Aw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areness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0" y="639455"/>
              <a:ext cx="2413000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 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customer first becomes aware of your brand and what you offer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889915" y="3303258"/>
            <a:ext cx="1291906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Step 01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4934315" y="4576966"/>
            <a:ext cx="1809750" cy="1759434"/>
            <a:chOff x="0" y="0"/>
            <a:chExt cx="2413000" cy="2345912"/>
          </a:xfrm>
        </p:grpSpPr>
        <p:sp>
          <p:nvSpPr>
            <p:cNvPr name="TextBox 67" id="67"/>
            <p:cNvSpPr txBox="true"/>
            <p:nvPr/>
          </p:nvSpPr>
          <p:spPr>
            <a:xfrm rot="0">
              <a:off x="0" y="0"/>
              <a:ext cx="2413000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onsideration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0" y="639455"/>
              <a:ext cx="2413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customer actively researches solutions to their specific problem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5193237" y="3303258"/>
            <a:ext cx="1291906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Step 02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496559" y="3303258"/>
            <a:ext cx="1291906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Step 03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1540959" y="4576966"/>
            <a:ext cx="1809750" cy="1759434"/>
            <a:chOff x="0" y="0"/>
            <a:chExt cx="2413000" cy="2345912"/>
          </a:xfrm>
        </p:grpSpPr>
        <p:sp>
          <p:nvSpPr>
            <p:cNvPr name="TextBox 72" id="72"/>
            <p:cNvSpPr txBox="true"/>
            <p:nvPr/>
          </p:nvSpPr>
          <p:spPr>
            <a:xfrm rot="0">
              <a:off x="0" y="0"/>
              <a:ext cx="2413000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etention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0">
              <a:off x="0" y="639455"/>
              <a:ext cx="2413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h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 customer becomes a repeat buyer through positive experiences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1799881" y="3303258"/>
            <a:ext cx="1291906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Step 04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4844281" y="4576966"/>
            <a:ext cx="1809750" cy="1759434"/>
            <a:chOff x="0" y="0"/>
            <a:chExt cx="2413000" cy="2345912"/>
          </a:xfrm>
        </p:grpSpPr>
        <p:sp>
          <p:nvSpPr>
            <p:cNvPr name="TextBox 76" id="76"/>
            <p:cNvSpPr txBox="true"/>
            <p:nvPr/>
          </p:nvSpPr>
          <p:spPr>
            <a:xfrm rot="0">
              <a:off x="0" y="0"/>
              <a:ext cx="2413000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Advocacy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0" y="639455"/>
              <a:ext cx="2413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 custom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 becomes a brand champion and recommends you to others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15103203" y="3303258"/>
            <a:ext cx="1291906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Step 05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087541" y="6079733"/>
            <a:ext cx="14112918" cy="0"/>
          </a:xfrm>
          <a:prstGeom prst="line">
            <a:avLst/>
          </a:prstGeom>
          <a:ln cap="flat" w="304800">
            <a:solidFill>
              <a:srgbClr val="E3E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757552" y="3163080"/>
            <a:ext cx="2381250" cy="2441024"/>
            <a:chOff x="0" y="0"/>
            <a:chExt cx="485990" cy="4981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5990" cy="498190"/>
            </a:xfrm>
            <a:custGeom>
              <a:avLst/>
              <a:gdLst/>
              <a:ahLst/>
              <a:cxnLst/>
              <a:rect r="r" b="b" t="t" l="l"/>
              <a:pathLst>
                <a:path h="498190" w="485990">
                  <a:moveTo>
                    <a:pt x="26010" y="0"/>
                  </a:moveTo>
                  <a:lnTo>
                    <a:pt x="459981" y="0"/>
                  </a:lnTo>
                  <a:cubicBezTo>
                    <a:pt x="466879" y="0"/>
                    <a:pt x="473494" y="2740"/>
                    <a:pt x="478372" y="7618"/>
                  </a:cubicBezTo>
                  <a:cubicBezTo>
                    <a:pt x="483250" y="12496"/>
                    <a:pt x="485990" y="19111"/>
                    <a:pt x="485990" y="26010"/>
                  </a:cubicBezTo>
                  <a:lnTo>
                    <a:pt x="485990" y="472180"/>
                  </a:lnTo>
                  <a:cubicBezTo>
                    <a:pt x="485990" y="486545"/>
                    <a:pt x="474345" y="498190"/>
                    <a:pt x="459981" y="498190"/>
                  </a:cubicBezTo>
                  <a:lnTo>
                    <a:pt x="26010" y="498190"/>
                  </a:lnTo>
                  <a:cubicBezTo>
                    <a:pt x="19111" y="498190"/>
                    <a:pt x="12496" y="495449"/>
                    <a:pt x="7618" y="490572"/>
                  </a:cubicBezTo>
                  <a:cubicBezTo>
                    <a:pt x="2740" y="485694"/>
                    <a:pt x="0" y="479078"/>
                    <a:pt x="0" y="472180"/>
                  </a:cubicBezTo>
                  <a:lnTo>
                    <a:pt x="0" y="26010"/>
                  </a:lnTo>
                  <a:cubicBezTo>
                    <a:pt x="0" y="11645"/>
                    <a:pt x="11645" y="0"/>
                    <a:pt x="260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85990" cy="517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19175" y="5370605"/>
            <a:ext cx="2002830" cy="1657154"/>
          </a:xfrm>
          <a:custGeom>
            <a:avLst/>
            <a:gdLst/>
            <a:ahLst/>
            <a:cxnLst/>
            <a:rect r="r" b="b" t="t" l="l"/>
            <a:pathLst>
              <a:path h="1657154" w="2002830">
                <a:moveTo>
                  <a:pt x="0" y="0"/>
                </a:moveTo>
                <a:lnTo>
                  <a:pt x="2002830" y="0"/>
                </a:lnTo>
                <a:lnTo>
                  <a:pt x="2002830" y="1657154"/>
                </a:lnTo>
                <a:lnTo>
                  <a:pt x="0" y="1657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17838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80415" y="5334000"/>
            <a:ext cx="1735525" cy="1491467"/>
            <a:chOff x="0" y="0"/>
            <a:chExt cx="812800" cy="69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9626" y="0"/>
              <a:ext cx="793548" cy="698500"/>
            </a:xfrm>
            <a:custGeom>
              <a:avLst/>
              <a:gdLst/>
              <a:ahLst/>
              <a:cxnLst/>
              <a:rect r="r" b="b" t="t" l="l"/>
              <a:pathLst>
                <a:path h="698500" w="793548">
                  <a:moveTo>
                    <a:pt x="785227" y="380096"/>
                  </a:moveTo>
                  <a:lnTo>
                    <a:pt x="617921" y="667654"/>
                  </a:lnTo>
                  <a:cubicBezTo>
                    <a:pt x="606809" y="686751"/>
                    <a:pt x="586382" y="698500"/>
                    <a:pt x="564287" y="698500"/>
                  </a:cubicBezTo>
                  <a:lnTo>
                    <a:pt x="229261" y="698500"/>
                  </a:lnTo>
                  <a:cubicBezTo>
                    <a:pt x="207166" y="698500"/>
                    <a:pt x="186739" y="686751"/>
                    <a:pt x="175627" y="667654"/>
                  </a:cubicBezTo>
                  <a:lnTo>
                    <a:pt x="8321" y="380096"/>
                  </a:lnTo>
                  <a:cubicBezTo>
                    <a:pt x="-2773" y="361028"/>
                    <a:pt x="-2773" y="337472"/>
                    <a:pt x="8321" y="318404"/>
                  </a:cubicBezTo>
                  <a:lnTo>
                    <a:pt x="175627" y="30846"/>
                  </a:lnTo>
                  <a:cubicBezTo>
                    <a:pt x="186739" y="11749"/>
                    <a:pt x="207166" y="0"/>
                    <a:pt x="229261" y="0"/>
                  </a:cubicBezTo>
                  <a:lnTo>
                    <a:pt x="564287" y="0"/>
                  </a:lnTo>
                  <a:cubicBezTo>
                    <a:pt x="586382" y="0"/>
                    <a:pt x="606809" y="11749"/>
                    <a:pt x="617921" y="30846"/>
                  </a:cubicBezTo>
                  <a:lnTo>
                    <a:pt x="785227" y="318404"/>
                  </a:lnTo>
                  <a:cubicBezTo>
                    <a:pt x="796321" y="337472"/>
                    <a:pt x="796321" y="361028"/>
                    <a:pt x="785227" y="380096"/>
                  </a:cubicBez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76652" y="2898757"/>
            <a:ext cx="1543050" cy="528646"/>
            <a:chOff x="0" y="0"/>
            <a:chExt cx="406400" cy="1392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139232"/>
            </a:xfrm>
            <a:custGeom>
              <a:avLst/>
              <a:gdLst/>
              <a:ahLst/>
              <a:cxnLst/>
              <a:rect r="r" b="b" t="t" l="l"/>
              <a:pathLst>
                <a:path h="139232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9232"/>
                  </a:lnTo>
                  <a:lnTo>
                    <a:pt x="0" y="139232"/>
                  </a:ln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06400" cy="15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JAN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634992" y="6552953"/>
            <a:ext cx="2381250" cy="2441024"/>
            <a:chOff x="0" y="0"/>
            <a:chExt cx="485990" cy="4981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5990" cy="498190"/>
            </a:xfrm>
            <a:custGeom>
              <a:avLst/>
              <a:gdLst/>
              <a:ahLst/>
              <a:cxnLst/>
              <a:rect r="r" b="b" t="t" l="l"/>
              <a:pathLst>
                <a:path h="498190" w="485990">
                  <a:moveTo>
                    <a:pt x="26010" y="0"/>
                  </a:moveTo>
                  <a:lnTo>
                    <a:pt x="459981" y="0"/>
                  </a:lnTo>
                  <a:cubicBezTo>
                    <a:pt x="466879" y="0"/>
                    <a:pt x="473494" y="2740"/>
                    <a:pt x="478372" y="7618"/>
                  </a:cubicBezTo>
                  <a:cubicBezTo>
                    <a:pt x="483250" y="12496"/>
                    <a:pt x="485990" y="19111"/>
                    <a:pt x="485990" y="26010"/>
                  </a:cubicBezTo>
                  <a:lnTo>
                    <a:pt x="485990" y="472180"/>
                  </a:lnTo>
                  <a:cubicBezTo>
                    <a:pt x="485990" y="486545"/>
                    <a:pt x="474345" y="498190"/>
                    <a:pt x="459981" y="498190"/>
                  </a:cubicBezTo>
                  <a:lnTo>
                    <a:pt x="26010" y="498190"/>
                  </a:lnTo>
                  <a:cubicBezTo>
                    <a:pt x="19111" y="498190"/>
                    <a:pt x="12496" y="495449"/>
                    <a:pt x="7618" y="490572"/>
                  </a:cubicBezTo>
                  <a:cubicBezTo>
                    <a:pt x="2740" y="485694"/>
                    <a:pt x="0" y="479078"/>
                    <a:pt x="0" y="472180"/>
                  </a:cubicBezTo>
                  <a:lnTo>
                    <a:pt x="0" y="26010"/>
                  </a:lnTo>
                  <a:cubicBezTo>
                    <a:pt x="0" y="11645"/>
                    <a:pt x="11645" y="0"/>
                    <a:pt x="260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85990" cy="517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901692" y="5370605"/>
            <a:ext cx="2002830" cy="1657154"/>
          </a:xfrm>
          <a:custGeom>
            <a:avLst/>
            <a:gdLst/>
            <a:ahLst/>
            <a:cxnLst/>
            <a:rect r="r" b="b" t="t" l="l"/>
            <a:pathLst>
              <a:path h="1657154" w="2002830">
                <a:moveTo>
                  <a:pt x="0" y="0"/>
                </a:moveTo>
                <a:lnTo>
                  <a:pt x="2002830" y="0"/>
                </a:lnTo>
                <a:lnTo>
                  <a:pt x="2002830" y="1657154"/>
                </a:lnTo>
                <a:lnTo>
                  <a:pt x="0" y="1657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17838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957854" y="5334000"/>
            <a:ext cx="1735525" cy="1491467"/>
            <a:chOff x="0" y="0"/>
            <a:chExt cx="812800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9626" y="0"/>
              <a:ext cx="793548" cy="698500"/>
            </a:xfrm>
            <a:custGeom>
              <a:avLst/>
              <a:gdLst/>
              <a:ahLst/>
              <a:cxnLst/>
              <a:rect r="r" b="b" t="t" l="l"/>
              <a:pathLst>
                <a:path h="698500" w="793548">
                  <a:moveTo>
                    <a:pt x="785227" y="380096"/>
                  </a:moveTo>
                  <a:lnTo>
                    <a:pt x="617921" y="667654"/>
                  </a:lnTo>
                  <a:cubicBezTo>
                    <a:pt x="606809" y="686751"/>
                    <a:pt x="586382" y="698500"/>
                    <a:pt x="564287" y="698500"/>
                  </a:cubicBezTo>
                  <a:lnTo>
                    <a:pt x="229261" y="698500"/>
                  </a:lnTo>
                  <a:cubicBezTo>
                    <a:pt x="207166" y="698500"/>
                    <a:pt x="186739" y="686751"/>
                    <a:pt x="175627" y="667654"/>
                  </a:cubicBezTo>
                  <a:lnTo>
                    <a:pt x="8321" y="380096"/>
                  </a:lnTo>
                  <a:cubicBezTo>
                    <a:pt x="-2773" y="361028"/>
                    <a:pt x="-2773" y="337472"/>
                    <a:pt x="8321" y="318404"/>
                  </a:cubicBezTo>
                  <a:lnTo>
                    <a:pt x="175627" y="30846"/>
                  </a:lnTo>
                  <a:cubicBezTo>
                    <a:pt x="186739" y="11749"/>
                    <a:pt x="207166" y="0"/>
                    <a:pt x="229261" y="0"/>
                  </a:cubicBezTo>
                  <a:lnTo>
                    <a:pt x="564287" y="0"/>
                  </a:lnTo>
                  <a:cubicBezTo>
                    <a:pt x="586382" y="0"/>
                    <a:pt x="606809" y="11749"/>
                    <a:pt x="617921" y="30846"/>
                  </a:cubicBezTo>
                  <a:lnTo>
                    <a:pt x="785227" y="318404"/>
                  </a:lnTo>
                  <a:cubicBezTo>
                    <a:pt x="796321" y="337472"/>
                    <a:pt x="796321" y="361028"/>
                    <a:pt x="785227" y="380096"/>
                  </a:cubicBezTo>
                  <a:close/>
                </a:path>
              </a:pathLst>
            </a:custGeom>
            <a:solidFill>
              <a:srgbClr val="00C19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054092" y="8729654"/>
            <a:ext cx="1543050" cy="528646"/>
            <a:chOff x="0" y="0"/>
            <a:chExt cx="406400" cy="1392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6400" cy="139232"/>
            </a:xfrm>
            <a:custGeom>
              <a:avLst/>
              <a:gdLst/>
              <a:ahLst/>
              <a:cxnLst/>
              <a:rect r="r" b="b" t="t" l="l"/>
              <a:pathLst>
                <a:path h="139232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9232"/>
                  </a:lnTo>
                  <a:lnTo>
                    <a:pt x="0" y="139232"/>
                  </a:lnTo>
                  <a:close/>
                </a:path>
              </a:pathLst>
            </a:custGeom>
            <a:solidFill>
              <a:srgbClr val="00C19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06400" cy="15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FEB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12431" y="3163080"/>
            <a:ext cx="2381250" cy="2441024"/>
            <a:chOff x="0" y="0"/>
            <a:chExt cx="485990" cy="4981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5990" cy="498190"/>
            </a:xfrm>
            <a:custGeom>
              <a:avLst/>
              <a:gdLst/>
              <a:ahLst/>
              <a:cxnLst/>
              <a:rect r="r" b="b" t="t" l="l"/>
              <a:pathLst>
                <a:path h="498190" w="485990">
                  <a:moveTo>
                    <a:pt x="26010" y="0"/>
                  </a:moveTo>
                  <a:lnTo>
                    <a:pt x="459981" y="0"/>
                  </a:lnTo>
                  <a:cubicBezTo>
                    <a:pt x="466879" y="0"/>
                    <a:pt x="473494" y="2740"/>
                    <a:pt x="478372" y="7618"/>
                  </a:cubicBezTo>
                  <a:cubicBezTo>
                    <a:pt x="483250" y="12496"/>
                    <a:pt x="485990" y="19111"/>
                    <a:pt x="485990" y="26010"/>
                  </a:cubicBezTo>
                  <a:lnTo>
                    <a:pt x="485990" y="472180"/>
                  </a:lnTo>
                  <a:cubicBezTo>
                    <a:pt x="485990" y="486545"/>
                    <a:pt x="474345" y="498190"/>
                    <a:pt x="459981" y="498190"/>
                  </a:cubicBezTo>
                  <a:lnTo>
                    <a:pt x="26010" y="498190"/>
                  </a:lnTo>
                  <a:cubicBezTo>
                    <a:pt x="19111" y="498190"/>
                    <a:pt x="12496" y="495449"/>
                    <a:pt x="7618" y="490572"/>
                  </a:cubicBezTo>
                  <a:cubicBezTo>
                    <a:pt x="2740" y="485694"/>
                    <a:pt x="0" y="479078"/>
                    <a:pt x="0" y="472180"/>
                  </a:cubicBezTo>
                  <a:lnTo>
                    <a:pt x="0" y="26010"/>
                  </a:lnTo>
                  <a:cubicBezTo>
                    <a:pt x="0" y="11645"/>
                    <a:pt x="11645" y="0"/>
                    <a:pt x="260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85990" cy="517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774054" y="5370605"/>
            <a:ext cx="2002830" cy="1657154"/>
          </a:xfrm>
          <a:custGeom>
            <a:avLst/>
            <a:gdLst/>
            <a:ahLst/>
            <a:cxnLst/>
            <a:rect r="r" b="b" t="t" l="l"/>
            <a:pathLst>
              <a:path h="1657154" w="2002830">
                <a:moveTo>
                  <a:pt x="0" y="0"/>
                </a:moveTo>
                <a:lnTo>
                  <a:pt x="2002830" y="0"/>
                </a:lnTo>
                <a:lnTo>
                  <a:pt x="2002830" y="1657154"/>
                </a:lnTo>
                <a:lnTo>
                  <a:pt x="0" y="1657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17838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6835294" y="5334000"/>
            <a:ext cx="1735525" cy="1491467"/>
            <a:chOff x="0" y="0"/>
            <a:chExt cx="812800" cy="698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9626" y="0"/>
              <a:ext cx="793548" cy="698500"/>
            </a:xfrm>
            <a:custGeom>
              <a:avLst/>
              <a:gdLst/>
              <a:ahLst/>
              <a:cxnLst/>
              <a:rect r="r" b="b" t="t" l="l"/>
              <a:pathLst>
                <a:path h="698500" w="793548">
                  <a:moveTo>
                    <a:pt x="785227" y="380096"/>
                  </a:moveTo>
                  <a:lnTo>
                    <a:pt x="617921" y="667654"/>
                  </a:lnTo>
                  <a:cubicBezTo>
                    <a:pt x="606809" y="686751"/>
                    <a:pt x="586382" y="698500"/>
                    <a:pt x="564287" y="698500"/>
                  </a:cubicBezTo>
                  <a:lnTo>
                    <a:pt x="229261" y="698500"/>
                  </a:lnTo>
                  <a:cubicBezTo>
                    <a:pt x="207166" y="698500"/>
                    <a:pt x="186739" y="686751"/>
                    <a:pt x="175627" y="667654"/>
                  </a:cubicBezTo>
                  <a:lnTo>
                    <a:pt x="8321" y="380096"/>
                  </a:lnTo>
                  <a:cubicBezTo>
                    <a:pt x="-2773" y="361028"/>
                    <a:pt x="-2773" y="337472"/>
                    <a:pt x="8321" y="318404"/>
                  </a:cubicBezTo>
                  <a:lnTo>
                    <a:pt x="175627" y="30846"/>
                  </a:lnTo>
                  <a:cubicBezTo>
                    <a:pt x="186739" y="11749"/>
                    <a:pt x="207166" y="0"/>
                    <a:pt x="229261" y="0"/>
                  </a:cubicBezTo>
                  <a:lnTo>
                    <a:pt x="564287" y="0"/>
                  </a:lnTo>
                  <a:cubicBezTo>
                    <a:pt x="586382" y="0"/>
                    <a:pt x="606809" y="11749"/>
                    <a:pt x="617921" y="30846"/>
                  </a:cubicBezTo>
                  <a:lnTo>
                    <a:pt x="785227" y="318404"/>
                  </a:lnTo>
                  <a:cubicBezTo>
                    <a:pt x="796321" y="337472"/>
                    <a:pt x="796321" y="361028"/>
                    <a:pt x="785227" y="380096"/>
                  </a:cubicBezTo>
                  <a:close/>
                </a:path>
              </a:pathLst>
            </a:custGeom>
            <a:solidFill>
              <a:srgbClr val="00A3C4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931531" y="2898757"/>
            <a:ext cx="1543050" cy="528646"/>
            <a:chOff x="0" y="0"/>
            <a:chExt cx="406400" cy="1392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" cy="139232"/>
            </a:xfrm>
            <a:custGeom>
              <a:avLst/>
              <a:gdLst/>
              <a:ahLst/>
              <a:cxnLst/>
              <a:rect r="r" b="b" t="t" l="l"/>
              <a:pathLst>
                <a:path h="139232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9232"/>
                  </a:lnTo>
                  <a:lnTo>
                    <a:pt x="0" y="139232"/>
                  </a:lnTo>
                  <a:close/>
                </a:path>
              </a:pathLst>
            </a:custGeom>
            <a:solidFill>
              <a:srgbClr val="00A3C4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06400" cy="15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89871" y="6552953"/>
            <a:ext cx="2381250" cy="2441024"/>
            <a:chOff x="0" y="0"/>
            <a:chExt cx="485990" cy="4981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5990" cy="498190"/>
            </a:xfrm>
            <a:custGeom>
              <a:avLst/>
              <a:gdLst/>
              <a:ahLst/>
              <a:cxnLst/>
              <a:rect r="r" b="b" t="t" l="l"/>
              <a:pathLst>
                <a:path h="498190" w="485990">
                  <a:moveTo>
                    <a:pt x="26010" y="0"/>
                  </a:moveTo>
                  <a:lnTo>
                    <a:pt x="459981" y="0"/>
                  </a:lnTo>
                  <a:cubicBezTo>
                    <a:pt x="466879" y="0"/>
                    <a:pt x="473494" y="2740"/>
                    <a:pt x="478372" y="7618"/>
                  </a:cubicBezTo>
                  <a:cubicBezTo>
                    <a:pt x="483250" y="12496"/>
                    <a:pt x="485990" y="19111"/>
                    <a:pt x="485990" y="26010"/>
                  </a:cubicBezTo>
                  <a:lnTo>
                    <a:pt x="485990" y="472180"/>
                  </a:lnTo>
                  <a:cubicBezTo>
                    <a:pt x="485990" y="486545"/>
                    <a:pt x="474345" y="498190"/>
                    <a:pt x="459981" y="498190"/>
                  </a:cubicBezTo>
                  <a:lnTo>
                    <a:pt x="26010" y="498190"/>
                  </a:lnTo>
                  <a:cubicBezTo>
                    <a:pt x="19111" y="498190"/>
                    <a:pt x="12496" y="495449"/>
                    <a:pt x="7618" y="490572"/>
                  </a:cubicBezTo>
                  <a:cubicBezTo>
                    <a:pt x="2740" y="485694"/>
                    <a:pt x="0" y="479078"/>
                    <a:pt x="0" y="472180"/>
                  </a:cubicBezTo>
                  <a:lnTo>
                    <a:pt x="0" y="26010"/>
                  </a:lnTo>
                  <a:cubicBezTo>
                    <a:pt x="0" y="11645"/>
                    <a:pt x="11645" y="0"/>
                    <a:pt x="260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85990" cy="517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9656571" y="5370605"/>
            <a:ext cx="2002830" cy="1657154"/>
          </a:xfrm>
          <a:custGeom>
            <a:avLst/>
            <a:gdLst/>
            <a:ahLst/>
            <a:cxnLst/>
            <a:rect r="r" b="b" t="t" l="l"/>
            <a:pathLst>
              <a:path h="1657154" w="2002830">
                <a:moveTo>
                  <a:pt x="0" y="0"/>
                </a:moveTo>
                <a:lnTo>
                  <a:pt x="2002830" y="0"/>
                </a:lnTo>
                <a:lnTo>
                  <a:pt x="2002830" y="1657154"/>
                </a:lnTo>
                <a:lnTo>
                  <a:pt x="0" y="1657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17838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9712733" y="5334000"/>
            <a:ext cx="1735525" cy="1491467"/>
            <a:chOff x="0" y="0"/>
            <a:chExt cx="812800" cy="6985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9626" y="0"/>
              <a:ext cx="793548" cy="698500"/>
            </a:xfrm>
            <a:custGeom>
              <a:avLst/>
              <a:gdLst/>
              <a:ahLst/>
              <a:cxnLst/>
              <a:rect r="r" b="b" t="t" l="l"/>
              <a:pathLst>
                <a:path h="698500" w="793548">
                  <a:moveTo>
                    <a:pt x="785227" y="380096"/>
                  </a:moveTo>
                  <a:lnTo>
                    <a:pt x="617921" y="667654"/>
                  </a:lnTo>
                  <a:cubicBezTo>
                    <a:pt x="606809" y="686751"/>
                    <a:pt x="586382" y="698500"/>
                    <a:pt x="564287" y="698500"/>
                  </a:cubicBezTo>
                  <a:lnTo>
                    <a:pt x="229261" y="698500"/>
                  </a:lnTo>
                  <a:cubicBezTo>
                    <a:pt x="207166" y="698500"/>
                    <a:pt x="186739" y="686751"/>
                    <a:pt x="175627" y="667654"/>
                  </a:cubicBezTo>
                  <a:lnTo>
                    <a:pt x="8321" y="380096"/>
                  </a:lnTo>
                  <a:cubicBezTo>
                    <a:pt x="-2773" y="361028"/>
                    <a:pt x="-2773" y="337472"/>
                    <a:pt x="8321" y="318404"/>
                  </a:cubicBezTo>
                  <a:lnTo>
                    <a:pt x="175627" y="30846"/>
                  </a:lnTo>
                  <a:cubicBezTo>
                    <a:pt x="186739" y="11749"/>
                    <a:pt x="207166" y="0"/>
                    <a:pt x="229261" y="0"/>
                  </a:cubicBezTo>
                  <a:lnTo>
                    <a:pt x="564287" y="0"/>
                  </a:lnTo>
                  <a:cubicBezTo>
                    <a:pt x="586382" y="0"/>
                    <a:pt x="606809" y="11749"/>
                    <a:pt x="617921" y="30846"/>
                  </a:cubicBezTo>
                  <a:lnTo>
                    <a:pt x="785227" y="318404"/>
                  </a:lnTo>
                  <a:cubicBezTo>
                    <a:pt x="796321" y="337472"/>
                    <a:pt x="796321" y="361028"/>
                    <a:pt x="785227" y="380096"/>
                  </a:cubicBez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808971" y="8729654"/>
            <a:ext cx="1543050" cy="528646"/>
            <a:chOff x="0" y="0"/>
            <a:chExt cx="406400" cy="1392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6400" cy="139232"/>
            </a:xfrm>
            <a:custGeom>
              <a:avLst/>
              <a:gdLst/>
              <a:ahLst/>
              <a:cxnLst/>
              <a:rect r="r" b="b" t="t" l="l"/>
              <a:pathLst>
                <a:path h="139232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9232"/>
                  </a:lnTo>
                  <a:lnTo>
                    <a:pt x="0" y="139232"/>
                  </a:ln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406400" cy="15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267310" y="3163080"/>
            <a:ext cx="2381250" cy="2441024"/>
            <a:chOff x="0" y="0"/>
            <a:chExt cx="485990" cy="49819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5990" cy="498190"/>
            </a:xfrm>
            <a:custGeom>
              <a:avLst/>
              <a:gdLst/>
              <a:ahLst/>
              <a:cxnLst/>
              <a:rect r="r" b="b" t="t" l="l"/>
              <a:pathLst>
                <a:path h="498190" w="485990">
                  <a:moveTo>
                    <a:pt x="26010" y="0"/>
                  </a:moveTo>
                  <a:lnTo>
                    <a:pt x="459981" y="0"/>
                  </a:lnTo>
                  <a:cubicBezTo>
                    <a:pt x="466879" y="0"/>
                    <a:pt x="473494" y="2740"/>
                    <a:pt x="478372" y="7618"/>
                  </a:cubicBezTo>
                  <a:cubicBezTo>
                    <a:pt x="483250" y="12496"/>
                    <a:pt x="485990" y="19111"/>
                    <a:pt x="485990" y="26010"/>
                  </a:cubicBezTo>
                  <a:lnTo>
                    <a:pt x="485990" y="472180"/>
                  </a:lnTo>
                  <a:cubicBezTo>
                    <a:pt x="485990" y="486545"/>
                    <a:pt x="474345" y="498190"/>
                    <a:pt x="459981" y="498190"/>
                  </a:cubicBezTo>
                  <a:lnTo>
                    <a:pt x="26010" y="498190"/>
                  </a:lnTo>
                  <a:cubicBezTo>
                    <a:pt x="19111" y="498190"/>
                    <a:pt x="12496" y="495449"/>
                    <a:pt x="7618" y="490572"/>
                  </a:cubicBezTo>
                  <a:cubicBezTo>
                    <a:pt x="2740" y="485694"/>
                    <a:pt x="0" y="479078"/>
                    <a:pt x="0" y="472180"/>
                  </a:cubicBezTo>
                  <a:lnTo>
                    <a:pt x="0" y="26010"/>
                  </a:lnTo>
                  <a:cubicBezTo>
                    <a:pt x="0" y="11645"/>
                    <a:pt x="11645" y="0"/>
                    <a:pt x="260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485990" cy="517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12528933" y="5370605"/>
            <a:ext cx="2002830" cy="1657154"/>
          </a:xfrm>
          <a:custGeom>
            <a:avLst/>
            <a:gdLst/>
            <a:ahLst/>
            <a:cxnLst/>
            <a:rect r="r" b="b" t="t" l="l"/>
            <a:pathLst>
              <a:path h="1657154" w="2002830">
                <a:moveTo>
                  <a:pt x="0" y="0"/>
                </a:moveTo>
                <a:lnTo>
                  <a:pt x="2002830" y="0"/>
                </a:lnTo>
                <a:lnTo>
                  <a:pt x="2002830" y="1657154"/>
                </a:lnTo>
                <a:lnTo>
                  <a:pt x="0" y="1657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17838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12590173" y="5334000"/>
            <a:ext cx="1735525" cy="1491467"/>
            <a:chOff x="0" y="0"/>
            <a:chExt cx="812800" cy="6985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9626" y="0"/>
              <a:ext cx="793548" cy="698500"/>
            </a:xfrm>
            <a:custGeom>
              <a:avLst/>
              <a:gdLst/>
              <a:ahLst/>
              <a:cxnLst/>
              <a:rect r="r" b="b" t="t" l="l"/>
              <a:pathLst>
                <a:path h="698500" w="793548">
                  <a:moveTo>
                    <a:pt x="785227" y="380096"/>
                  </a:moveTo>
                  <a:lnTo>
                    <a:pt x="617921" y="667654"/>
                  </a:lnTo>
                  <a:cubicBezTo>
                    <a:pt x="606809" y="686751"/>
                    <a:pt x="586382" y="698500"/>
                    <a:pt x="564287" y="698500"/>
                  </a:cubicBezTo>
                  <a:lnTo>
                    <a:pt x="229261" y="698500"/>
                  </a:lnTo>
                  <a:cubicBezTo>
                    <a:pt x="207166" y="698500"/>
                    <a:pt x="186739" y="686751"/>
                    <a:pt x="175627" y="667654"/>
                  </a:cubicBezTo>
                  <a:lnTo>
                    <a:pt x="8321" y="380096"/>
                  </a:lnTo>
                  <a:cubicBezTo>
                    <a:pt x="-2773" y="361028"/>
                    <a:pt x="-2773" y="337472"/>
                    <a:pt x="8321" y="318404"/>
                  </a:cubicBezTo>
                  <a:lnTo>
                    <a:pt x="175627" y="30846"/>
                  </a:lnTo>
                  <a:cubicBezTo>
                    <a:pt x="186739" y="11749"/>
                    <a:pt x="207166" y="0"/>
                    <a:pt x="229261" y="0"/>
                  </a:cubicBezTo>
                  <a:lnTo>
                    <a:pt x="564287" y="0"/>
                  </a:lnTo>
                  <a:cubicBezTo>
                    <a:pt x="586382" y="0"/>
                    <a:pt x="606809" y="11749"/>
                    <a:pt x="617921" y="30846"/>
                  </a:cubicBezTo>
                  <a:lnTo>
                    <a:pt x="785227" y="318404"/>
                  </a:lnTo>
                  <a:cubicBezTo>
                    <a:pt x="796321" y="337472"/>
                    <a:pt x="796321" y="361028"/>
                    <a:pt x="785227" y="380096"/>
                  </a:cubicBezTo>
                  <a:close/>
                </a:path>
              </a:pathLst>
            </a:custGeom>
            <a:solidFill>
              <a:srgbClr val="175DC5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686410" y="2898757"/>
            <a:ext cx="1543050" cy="528646"/>
            <a:chOff x="0" y="0"/>
            <a:chExt cx="406400" cy="13923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06400" cy="139232"/>
            </a:xfrm>
            <a:custGeom>
              <a:avLst/>
              <a:gdLst/>
              <a:ahLst/>
              <a:cxnLst/>
              <a:rect r="r" b="b" t="t" l="l"/>
              <a:pathLst>
                <a:path h="139232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9232"/>
                  </a:lnTo>
                  <a:lnTo>
                    <a:pt x="0" y="139232"/>
                  </a:lnTo>
                  <a:close/>
                </a:path>
              </a:pathLst>
            </a:custGeom>
            <a:solidFill>
              <a:srgbClr val="175DC5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406400" cy="15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144750" y="6552953"/>
            <a:ext cx="2381250" cy="2441024"/>
            <a:chOff x="0" y="0"/>
            <a:chExt cx="485990" cy="49819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5990" cy="498190"/>
            </a:xfrm>
            <a:custGeom>
              <a:avLst/>
              <a:gdLst/>
              <a:ahLst/>
              <a:cxnLst/>
              <a:rect r="r" b="b" t="t" l="l"/>
              <a:pathLst>
                <a:path h="498190" w="485990">
                  <a:moveTo>
                    <a:pt x="26010" y="0"/>
                  </a:moveTo>
                  <a:lnTo>
                    <a:pt x="459981" y="0"/>
                  </a:lnTo>
                  <a:cubicBezTo>
                    <a:pt x="466879" y="0"/>
                    <a:pt x="473494" y="2740"/>
                    <a:pt x="478372" y="7618"/>
                  </a:cubicBezTo>
                  <a:cubicBezTo>
                    <a:pt x="483250" y="12496"/>
                    <a:pt x="485990" y="19111"/>
                    <a:pt x="485990" y="26010"/>
                  </a:cubicBezTo>
                  <a:lnTo>
                    <a:pt x="485990" y="472180"/>
                  </a:lnTo>
                  <a:cubicBezTo>
                    <a:pt x="485990" y="486545"/>
                    <a:pt x="474345" y="498190"/>
                    <a:pt x="459981" y="498190"/>
                  </a:cubicBezTo>
                  <a:lnTo>
                    <a:pt x="26010" y="498190"/>
                  </a:lnTo>
                  <a:cubicBezTo>
                    <a:pt x="19111" y="498190"/>
                    <a:pt x="12496" y="495449"/>
                    <a:pt x="7618" y="490572"/>
                  </a:cubicBezTo>
                  <a:cubicBezTo>
                    <a:pt x="2740" y="485694"/>
                    <a:pt x="0" y="479078"/>
                    <a:pt x="0" y="472180"/>
                  </a:cubicBezTo>
                  <a:lnTo>
                    <a:pt x="0" y="26010"/>
                  </a:lnTo>
                  <a:cubicBezTo>
                    <a:pt x="0" y="11645"/>
                    <a:pt x="11645" y="0"/>
                    <a:pt x="260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485990" cy="517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15411450" y="5370605"/>
            <a:ext cx="2002830" cy="1657154"/>
          </a:xfrm>
          <a:custGeom>
            <a:avLst/>
            <a:gdLst/>
            <a:ahLst/>
            <a:cxnLst/>
            <a:rect r="r" b="b" t="t" l="l"/>
            <a:pathLst>
              <a:path h="1657154" w="2002830">
                <a:moveTo>
                  <a:pt x="0" y="0"/>
                </a:moveTo>
                <a:lnTo>
                  <a:pt x="2002830" y="0"/>
                </a:lnTo>
                <a:lnTo>
                  <a:pt x="2002830" y="1657154"/>
                </a:lnTo>
                <a:lnTo>
                  <a:pt x="0" y="1657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17838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15467612" y="5334000"/>
            <a:ext cx="1735525" cy="1491467"/>
            <a:chOff x="0" y="0"/>
            <a:chExt cx="812800" cy="6985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9626" y="0"/>
              <a:ext cx="793548" cy="698500"/>
            </a:xfrm>
            <a:custGeom>
              <a:avLst/>
              <a:gdLst/>
              <a:ahLst/>
              <a:cxnLst/>
              <a:rect r="r" b="b" t="t" l="l"/>
              <a:pathLst>
                <a:path h="698500" w="793548">
                  <a:moveTo>
                    <a:pt x="785227" y="380096"/>
                  </a:moveTo>
                  <a:lnTo>
                    <a:pt x="617921" y="667654"/>
                  </a:lnTo>
                  <a:cubicBezTo>
                    <a:pt x="606809" y="686751"/>
                    <a:pt x="586382" y="698500"/>
                    <a:pt x="564287" y="698500"/>
                  </a:cubicBezTo>
                  <a:lnTo>
                    <a:pt x="229261" y="698500"/>
                  </a:lnTo>
                  <a:cubicBezTo>
                    <a:pt x="207166" y="698500"/>
                    <a:pt x="186739" y="686751"/>
                    <a:pt x="175627" y="667654"/>
                  </a:cubicBezTo>
                  <a:lnTo>
                    <a:pt x="8321" y="380096"/>
                  </a:lnTo>
                  <a:cubicBezTo>
                    <a:pt x="-2773" y="361028"/>
                    <a:pt x="-2773" y="337472"/>
                    <a:pt x="8321" y="318404"/>
                  </a:cubicBezTo>
                  <a:lnTo>
                    <a:pt x="175627" y="30846"/>
                  </a:lnTo>
                  <a:cubicBezTo>
                    <a:pt x="186739" y="11749"/>
                    <a:pt x="207166" y="0"/>
                    <a:pt x="229261" y="0"/>
                  </a:cubicBezTo>
                  <a:lnTo>
                    <a:pt x="564287" y="0"/>
                  </a:lnTo>
                  <a:cubicBezTo>
                    <a:pt x="586382" y="0"/>
                    <a:pt x="606809" y="11749"/>
                    <a:pt x="617921" y="30846"/>
                  </a:cubicBezTo>
                  <a:lnTo>
                    <a:pt x="785227" y="318404"/>
                  </a:lnTo>
                  <a:cubicBezTo>
                    <a:pt x="796321" y="337472"/>
                    <a:pt x="796321" y="361028"/>
                    <a:pt x="785227" y="380096"/>
                  </a:cubicBezTo>
                  <a:close/>
                </a:path>
              </a:pathLst>
            </a:custGeom>
            <a:solidFill>
              <a:srgbClr val="18418D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5563850" y="8729654"/>
            <a:ext cx="1543050" cy="528646"/>
            <a:chOff x="0" y="0"/>
            <a:chExt cx="406400" cy="13923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06400" cy="139232"/>
            </a:xfrm>
            <a:custGeom>
              <a:avLst/>
              <a:gdLst/>
              <a:ahLst/>
              <a:cxnLst/>
              <a:rect r="r" b="b" t="t" l="l"/>
              <a:pathLst>
                <a:path h="139232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9232"/>
                  </a:lnTo>
                  <a:lnTo>
                    <a:pt x="0" y="139232"/>
                  </a:lnTo>
                  <a:close/>
                </a:path>
              </a:pathLst>
            </a:custGeom>
            <a:solidFill>
              <a:srgbClr val="18418D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406400" cy="15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JUN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1719577" y="5774933"/>
            <a:ext cx="457200" cy="609600"/>
          </a:xfrm>
          <a:custGeom>
            <a:avLst/>
            <a:gdLst/>
            <a:ahLst/>
            <a:cxnLst/>
            <a:rect r="r" b="b" t="t" l="l"/>
            <a:pathLst>
              <a:path h="609600" w="457200">
                <a:moveTo>
                  <a:pt x="0" y="0"/>
                </a:moveTo>
                <a:lnTo>
                  <a:pt x="457200" y="0"/>
                </a:lnTo>
                <a:lnTo>
                  <a:pt x="457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4520817" y="5774933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7398256" y="5774933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0326369" y="5774933"/>
            <a:ext cx="508254" cy="609600"/>
          </a:xfrm>
          <a:custGeom>
            <a:avLst/>
            <a:gdLst/>
            <a:ahLst/>
            <a:cxnLst/>
            <a:rect r="r" b="b" t="t" l="l"/>
            <a:pathLst>
              <a:path h="609600" w="508254">
                <a:moveTo>
                  <a:pt x="0" y="0"/>
                </a:moveTo>
                <a:lnTo>
                  <a:pt x="508254" y="0"/>
                </a:lnTo>
                <a:lnTo>
                  <a:pt x="508254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3153135" y="5774933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6106775" y="5774933"/>
            <a:ext cx="457200" cy="609600"/>
          </a:xfrm>
          <a:custGeom>
            <a:avLst/>
            <a:gdLst/>
            <a:ahLst/>
            <a:cxnLst/>
            <a:rect r="r" b="b" t="t" l="l"/>
            <a:pathLst>
              <a:path h="609600" w="457200">
                <a:moveTo>
                  <a:pt x="0" y="0"/>
                </a:moveTo>
                <a:lnTo>
                  <a:pt x="457200" y="0"/>
                </a:lnTo>
                <a:lnTo>
                  <a:pt x="457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9" id="69"/>
          <p:cNvSpPr txBox="true"/>
          <p:nvPr/>
        </p:nvSpPr>
        <p:spPr>
          <a:xfrm rot="0">
            <a:off x="1043302" y="7282667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Found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ation &amp; Strategy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43302" y="3637677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inalize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audience research and establish your core messaging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3920742" y="4343400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tent Development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3920742" y="7467512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ate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and schedule initial content for your chosen channels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6798181" y="7282667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Camp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aign Launch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6798181" y="3637677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Rol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out your first major marketing campaigns and promotions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675621" y="4343400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Perform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ance Review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675621" y="7467512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nalyze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early results and make data-driven adjustments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2476500" y="962025"/>
            <a:ext cx="1333500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Marketing Action Plan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476500" y="1618312"/>
            <a:ext cx="13335000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visual plan for rolling out key initiatives over half a year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2553060" y="3637677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lement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optimizations and test new creative approaches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553060" y="7282667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Refined Execu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tion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5430500" y="4343400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Qu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arterly Report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5430500" y="7467512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Summ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arize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all performance and plan for the next cycle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476500" y="8211354"/>
            <a:ext cx="13335000" cy="0"/>
          </a:xfrm>
          <a:prstGeom prst="line">
            <a:avLst/>
          </a:prstGeom>
          <a:ln cap="rnd" w="38100">
            <a:solidFill>
              <a:srgbClr val="BFC1C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5400000">
            <a:off x="2052727" y="1806600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1" y="0"/>
                </a:lnTo>
                <a:lnTo>
                  <a:pt x="838021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52500" y="3029987"/>
            <a:ext cx="3048000" cy="3142016"/>
            <a:chOff x="0" y="0"/>
            <a:chExt cx="622068" cy="6412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2068" cy="641255"/>
            </a:xfrm>
            <a:custGeom>
              <a:avLst/>
              <a:gdLst/>
              <a:ahLst/>
              <a:cxnLst/>
              <a:rect r="r" b="b" t="t" l="l"/>
              <a:pathLst>
                <a:path h="64125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600615"/>
                  </a:lnTo>
                  <a:cubicBezTo>
                    <a:pt x="622068" y="623060"/>
                    <a:pt x="603872" y="641255"/>
                    <a:pt x="581427" y="641255"/>
                  </a:cubicBezTo>
                  <a:lnTo>
                    <a:pt x="40640" y="641255"/>
                  </a:lnTo>
                  <a:cubicBezTo>
                    <a:pt x="29862" y="641255"/>
                    <a:pt x="19525" y="636974"/>
                    <a:pt x="11903" y="629352"/>
                  </a:cubicBezTo>
                  <a:cubicBezTo>
                    <a:pt x="4282" y="621731"/>
                    <a:pt x="0" y="611394"/>
                    <a:pt x="0" y="60061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622068" cy="66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2471737" y="7107743"/>
            <a:ext cx="0" cy="787264"/>
          </a:xfrm>
          <a:prstGeom prst="line">
            <a:avLst/>
          </a:prstGeom>
          <a:ln cap="flat" w="47625">
            <a:solidFill>
              <a:srgbClr val="94D3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" id="8"/>
          <p:cNvGrpSpPr/>
          <p:nvPr/>
        </p:nvGrpSpPr>
        <p:grpSpPr>
          <a:xfrm rot="0">
            <a:off x="1603975" y="5901899"/>
            <a:ext cx="1735525" cy="1491467"/>
            <a:chOff x="0" y="0"/>
            <a:chExt cx="8128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9252" y="0"/>
              <a:ext cx="774295" cy="698500"/>
            </a:xfrm>
            <a:custGeom>
              <a:avLst/>
              <a:gdLst/>
              <a:ahLst/>
              <a:cxnLst/>
              <a:rect r="r" b="b" t="t" l="l"/>
              <a:pathLst>
                <a:path h="698500" w="774295">
                  <a:moveTo>
                    <a:pt x="757655" y="410942"/>
                  </a:moveTo>
                  <a:lnTo>
                    <a:pt x="626241" y="636808"/>
                  </a:lnTo>
                  <a:cubicBezTo>
                    <a:pt x="604019" y="675003"/>
                    <a:pt x="563163" y="698500"/>
                    <a:pt x="518974" y="698500"/>
                  </a:cubicBezTo>
                  <a:lnTo>
                    <a:pt x="255322" y="698500"/>
                  </a:lnTo>
                  <a:cubicBezTo>
                    <a:pt x="211133" y="698500"/>
                    <a:pt x="170277" y="675003"/>
                    <a:pt x="148055" y="636808"/>
                  </a:cubicBezTo>
                  <a:lnTo>
                    <a:pt x="16641" y="410942"/>
                  </a:lnTo>
                  <a:cubicBezTo>
                    <a:pt x="-5546" y="372806"/>
                    <a:pt x="-5546" y="325694"/>
                    <a:pt x="16641" y="287558"/>
                  </a:cubicBezTo>
                  <a:lnTo>
                    <a:pt x="148055" y="61692"/>
                  </a:lnTo>
                  <a:cubicBezTo>
                    <a:pt x="170277" y="23497"/>
                    <a:pt x="211133" y="0"/>
                    <a:pt x="255322" y="0"/>
                  </a:cubicBezTo>
                  <a:lnTo>
                    <a:pt x="518974" y="0"/>
                  </a:lnTo>
                  <a:cubicBezTo>
                    <a:pt x="563163" y="0"/>
                    <a:pt x="604019" y="23497"/>
                    <a:pt x="626241" y="61692"/>
                  </a:cubicBezTo>
                  <a:lnTo>
                    <a:pt x="757655" y="287558"/>
                  </a:lnTo>
                  <a:cubicBezTo>
                    <a:pt x="779842" y="325694"/>
                    <a:pt x="779842" y="372806"/>
                    <a:pt x="757655" y="410942"/>
                  </a:cubicBez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81951" y="8020854"/>
            <a:ext cx="379572" cy="381000"/>
            <a:chOff x="0" y="0"/>
            <a:chExt cx="812800" cy="8158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4D327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5400000">
            <a:off x="2207490" y="7963780"/>
            <a:ext cx="528495" cy="1543050"/>
          </a:xfrm>
          <a:custGeom>
            <a:avLst/>
            <a:gdLst/>
            <a:ahLst/>
            <a:cxnLst/>
            <a:rect r="r" b="b" t="t" l="l"/>
            <a:pathLst>
              <a:path h="1543050" w="528495">
                <a:moveTo>
                  <a:pt x="0" y="0"/>
                </a:moveTo>
                <a:lnTo>
                  <a:pt x="528495" y="0"/>
                </a:lnTo>
                <a:lnTo>
                  <a:pt x="52849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700212" y="8706654"/>
            <a:ext cx="1543050" cy="528646"/>
            <a:chOff x="0" y="0"/>
            <a:chExt cx="406400" cy="1392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400" cy="139232"/>
            </a:xfrm>
            <a:custGeom>
              <a:avLst/>
              <a:gdLst/>
              <a:ahLst/>
              <a:cxnLst/>
              <a:rect r="r" b="b" t="t" l="l"/>
              <a:pathLst>
                <a:path h="139232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9232"/>
                  </a:lnTo>
                  <a:lnTo>
                    <a:pt x="0" y="139232"/>
                  </a:ln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406400" cy="15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STEP 01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5400000">
            <a:off x="5386477" y="1806600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1" y="0"/>
                </a:lnTo>
                <a:lnTo>
                  <a:pt x="838021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4286250" y="3029987"/>
            <a:ext cx="3048000" cy="3142016"/>
            <a:chOff x="0" y="0"/>
            <a:chExt cx="622068" cy="6412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2068" cy="641255"/>
            </a:xfrm>
            <a:custGeom>
              <a:avLst/>
              <a:gdLst/>
              <a:ahLst/>
              <a:cxnLst/>
              <a:rect r="r" b="b" t="t" l="l"/>
              <a:pathLst>
                <a:path h="64125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600615"/>
                  </a:lnTo>
                  <a:cubicBezTo>
                    <a:pt x="622068" y="623060"/>
                    <a:pt x="603872" y="641255"/>
                    <a:pt x="581427" y="641255"/>
                  </a:cubicBezTo>
                  <a:lnTo>
                    <a:pt x="40640" y="641255"/>
                  </a:lnTo>
                  <a:cubicBezTo>
                    <a:pt x="29862" y="641255"/>
                    <a:pt x="19525" y="636974"/>
                    <a:pt x="11903" y="629352"/>
                  </a:cubicBezTo>
                  <a:cubicBezTo>
                    <a:pt x="4282" y="621731"/>
                    <a:pt x="0" y="611394"/>
                    <a:pt x="0" y="60061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22068" cy="66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5805487" y="7107743"/>
            <a:ext cx="0" cy="787264"/>
          </a:xfrm>
          <a:prstGeom prst="line">
            <a:avLst/>
          </a:prstGeom>
          <a:ln cap="flat" w="47625">
            <a:solidFill>
              <a:srgbClr val="00C19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3" id="23"/>
          <p:cNvGrpSpPr/>
          <p:nvPr/>
        </p:nvGrpSpPr>
        <p:grpSpPr>
          <a:xfrm rot="0">
            <a:off x="4937725" y="5901899"/>
            <a:ext cx="1735525" cy="1491467"/>
            <a:chOff x="0" y="0"/>
            <a:chExt cx="812800" cy="698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9252" y="0"/>
              <a:ext cx="774295" cy="698500"/>
            </a:xfrm>
            <a:custGeom>
              <a:avLst/>
              <a:gdLst/>
              <a:ahLst/>
              <a:cxnLst/>
              <a:rect r="r" b="b" t="t" l="l"/>
              <a:pathLst>
                <a:path h="698500" w="774295">
                  <a:moveTo>
                    <a:pt x="757655" y="410942"/>
                  </a:moveTo>
                  <a:lnTo>
                    <a:pt x="626241" y="636808"/>
                  </a:lnTo>
                  <a:cubicBezTo>
                    <a:pt x="604019" y="675003"/>
                    <a:pt x="563163" y="698500"/>
                    <a:pt x="518974" y="698500"/>
                  </a:cubicBezTo>
                  <a:lnTo>
                    <a:pt x="255322" y="698500"/>
                  </a:lnTo>
                  <a:cubicBezTo>
                    <a:pt x="211133" y="698500"/>
                    <a:pt x="170277" y="675003"/>
                    <a:pt x="148055" y="636808"/>
                  </a:cubicBezTo>
                  <a:lnTo>
                    <a:pt x="16641" y="410942"/>
                  </a:lnTo>
                  <a:cubicBezTo>
                    <a:pt x="-5546" y="372806"/>
                    <a:pt x="-5546" y="325694"/>
                    <a:pt x="16641" y="287558"/>
                  </a:cubicBezTo>
                  <a:lnTo>
                    <a:pt x="148055" y="61692"/>
                  </a:lnTo>
                  <a:cubicBezTo>
                    <a:pt x="170277" y="23497"/>
                    <a:pt x="211133" y="0"/>
                    <a:pt x="255322" y="0"/>
                  </a:cubicBezTo>
                  <a:lnTo>
                    <a:pt x="518974" y="0"/>
                  </a:lnTo>
                  <a:cubicBezTo>
                    <a:pt x="563163" y="0"/>
                    <a:pt x="604019" y="23497"/>
                    <a:pt x="626241" y="61692"/>
                  </a:cubicBezTo>
                  <a:lnTo>
                    <a:pt x="757655" y="287558"/>
                  </a:lnTo>
                  <a:cubicBezTo>
                    <a:pt x="779842" y="325694"/>
                    <a:pt x="779842" y="372806"/>
                    <a:pt x="757655" y="410942"/>
                  </a:cubicBezTo>
                  <a:close/>
                </a:path>
              </a:pathLst>
            </a:custGeom>
            <a:solidFill>
              <a:srgbClr val="00C19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615701" y="8020854"/>
            <a:ext cx="379572" cy="381000"/>
            <a:chOff x="0" y="0"/>
            <a:chExt cx="812800" cy="81585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197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5400000">
            <a:off x="5541240" y="7963780"/>
            <a:ext cx="528495" cy="1543050"/>
          </a:xfrm>
          <a:custGeom>
            <a:avLst/>
            <a:gdLst/>
            <a:ahLst/>
            <a:cxnLst/>
            <a:rect r="r" b="b" t="t" l="l"/>
            <a:pathLst>
              <a:path h="1543050" w="528495">
                <a:moveTo>
                  <a:pt x="0" y="0"/>
                </a:moveTo>
                <a:lnTo>
                  <a:pt x="528495" y="0"/>
                </a:lnTo>
                <a:lnTo>
                  <a:pt x="52849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5033962" y="8706654"/>
            <a:ext cx="1543050" cy="528646"/>
            <a:chOff x="0" y="0"/>
            <a:chExt cx="406400" cy="1392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" cy="139232"/>
            </a:xfrm>
            <a:custGeom>
              <a:avLst/>
              <a:gdLst/>
              <a:ahLst/>
              <a:cxnLst/>
              <a:rect r="r" b="b" t="t" l="l"/>
              <a:pathLst>
                <a:path h="139232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9232"/>
                  </a:lnTo>
                  <a:lnTo>
                    <a:pt x="0" y="139232"/>
                  </a:lnTo>
                  <a:close/>
                </a:path>
              </a:pathLst>
            </a:custGeom>
            <a:solidFill>
              <a:srgbClr val="00C19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06400" cy="15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STEP 02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5400000">
            <a:off x="8720227" y="1806600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1" y="0"/>
                </a:lnTo>
                <a:lnTo>
                  <a:pt x="838021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7620000" y="3029987"/>
            <a:ext cx="3048000" cy="3142016"/>
            <a:chOff x="0" y="0"/>
            <a:chExt cx="622068" cy="64125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2068" cy="641255"/>
            </a:xfrm>
            <a:custGeom>
              <a:avLst/>
              <a:gdLst/>
              <a:ahLst/>
              <a:cxnLst/>
              <a:rect r="r" b="b" t="t" l="l"/>
              <a:pathLst>
                <a:path h="64125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600615"/>
                  </a:lnTo>
                  <a:cubicBezTo>
                    <a:pt x="622068" y="623060"/>
                    <a:pt x="603872" y="641255"/>
                    <a:pt x="581427" y="641255"/>
                  </a:cubicBezTo>
                  <a:lnTo>
                    <a:pt x="40640" y="641255"/>
                  </a:lnTo>
                  <a:cubicBezTo>
                    <a:pt x="29862" y="641255"/>
                    <a:pt x="19525" y="636974"/>
                    <a:pt x="11903" y="629352"/>
                  </a:cubicBezTo>
                  <a:cubicBezTo>
                    <a:pt x="4282" y="621731"/>
                    <a:pt x="0" y="611394"/>
                    <a:pt x="0" y="60061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622068" cy="66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37" id="37"/>
          <p:cNvSpPr/>
          <p:nvPr/>
        </p:nvSpPr>
        <p:spPr>
          <a:xfrm>
            <a:off x="9139237" y="7107743"/>
            <a:ext cx="0" cy="787264"/>
          </a:xfrm>
          <a:prstGeom prst="line">
            <a:avLst/>
          </a:prstGeom>
          <a:ln cap="flat" w="47625">
            <a:solidFill>
              <a:srgbClr val="00A3C4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8271475" y="5901899"/>
            <a:ext cx="1735525" cy="1491467"/>
            <a:chOff x="0" y="0"/>
            <a:chExt cx="812800" cy="698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9252" y="0"/>
              <a:ext cx="774295" cy="698500"/>
            </a:xfrm>
            <a:custGeom>
              <a:avLst/>
              <a:gdLst/>
              <a:ahLst/>
              <a:cxnLst/>
              <a:rect r="r" b="b" t="t" l="l"/>
              <a:pathLst>
                <a:path h="698500" w="774295">
                  <a:moveTo>
                    <a:pt x="757655" y="410942"/>
                  </a:moveTo>
                  <a:lnTo>
                    <a:pt x="626241" y="636808"/>
                  </a:lnTo>
                  <a:cubicBezTo>
                    <a:pt x="604019" y="675003"/>
                    <a:pt x="563163" y="698500"/>
                    <a:pt x="518974" y="698500"/>
                  </a:cubicBezTo>
                  <a:lnTo>
                    <a:pt x="255322" y="698500"/>
                  </a:lnTo>
                  <a:cubicBezTo>
                    <a:pt x="211133" y="698500"/>
                    <a:pt x="170277" y="675003"/>
                    <a:pt x="148055" y="636808"/>
                  </a:cubicBezTo>
                  <a:lnTo>
                    <a:pt x="16641" y="410942"/>
                  </a:lnTo>
                  <a:cubicBezTo>
                    <a:pt x="-5546" y="372806"/>
                    <a:pt x="-5546" y="325694"/>
                    <a:pt x="16641" y="287558"/>
                  </a:cubicBezTo>
                  <a:lnTo>
                    <a:pt x="148055" y="61692"/>
                  </a:lnTo>
                  <a:cubicBezTo>
                    <a:pt x="170277" y="23497"/>
                    <a:pt x="211133" y="0"/>
                    <a:pt x="255322" y="0"/>
                  </a:cubicBezTo>
                  <a:lnTo>
                    <a:pt x="518974" y="0"/>
                  </a:lnTo>
                  <a:cubicBezTo>
                    <a:pt x="563163" y="0"/>
                    <a:pt x="604019" y="23497"/>
                    <a:pt x="626241" y="61692"/>
                  </a:cubicBezTo>
                  <a:lnTo>
                    <a:pt x="757655" y="287558"/>
                  </a:lnTo>
                  <a:cubicBezTo>
                    <a:pt x="779842" y="325694"/>
                    <a:pt x="779842" y="372806"/>
                    <a:pt x="757655" y="410942"/>
                  </a:cubicBezTo>
                  <a:close/>
                </a:path>
              </a:pathLst>
            </a:custGeom>
            <a:solidFill>
              <a:srgbClr val="00A3C4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949451" y="8020854"/>
            <a:ext cx="379572" cy="381000"/>
            <a:chOff x="0" y="0"/>
            <a:chExt cx="812800" cy="81585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3C4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5400000">
            <a:off x="8874990" y="7963780"/>
            <a:ext cx="528495" cy="1543050"/>
          </a:xfrm>
          <a:custGeom>
            <a:avLst/>
            <a:gdLst/>
            <a:ahLst/>
            <a:cxnLst/>
            <a:rect r="r" b="b" t="t" l="l"/>
            <a:pathLst>
              <a:path h="1543050" w="528495">
                <a:moveTo>
                  <a:pt x="0" y="0"/>
                </a:moveTo>
                <a:lnTo>
                  <a:pt x="528495" y="0"/>
                </a:lnTo>
                <a:lnTo>
                  <a:pt x="52849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8367712" y="8706654"/>
            <a:ext cx="1543050" cy="528646"/>
            <a:chOff x="0" y="0"/>
            <a:chExt cx="406400" cy="13923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6400" cy="139232"/>
            </a:xfrm>
            <a:custGeom>
              <a:avLst/>
              <a:gdLst/>
              <a:ahLst/>
              <a:cxnLst/>
              <a:rect r="r" b="b" t="t" l="l"/>
              <a:pathLst>
                <a:path h="139232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9232"/>
                  </a:lnTo>
                  <a:lnTo>
                    <a:pt x="0" y="139232"/>
                  </a:lnTo>
                  <a:close/>
                </a:path>
              </a:pathLst>
            </a:custGeom>
            <a:solidFill>
              <a:srgbClr val="00A3C4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406400" cy="15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STEP 03</a:t>
              </a: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5400000">
            <a:off x="12053977" y="1806600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1" y="0"/>
                </a:lnTo>
                <a:lnTo>
                  <a:pt x="838021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0953750" y="3029987"/>
            <a:ext cx="3048000" cy="3142016"/>
            <a:chOff x="0" y="0"/>
            <a:chExt cx="622068" cy="64125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22068" cy="641255"/>
            </a:xfrm>
            <a:custGeom>
              <a:avLst/>
              <a:gdLst/>
              <a:ahLst/>
              <a:cxnLst/>
              <a:rect r="r" b="b" t="t" l="l"/>
              <a:pathLst>
                <a:path h="64125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600615"/>
                  </a:lnTo>
                  <a:cubicBezTo>
                    <a:pt x="622068" y="623060"/>
                    <a:pt x="603872" y="641255"/>
                    <a:pt x="581427" y="641255"/>
                  </a:cubicBezTo>
                  <a:lnTo>
                    <a:pt x="40640" y="641255"/>
                  </a:lnTo>
                  <a:cubicBezTo>
                    <a:pt x="29862" y="641255"/>
                    <a:pt x="19525" y="636974"/>
                    <a:pt x="11903" y="629352"/>
                  </a:cubicBezTo>
                  <a:cubicBezTo>
                    <a:pt x="4282" y="621731"/>
                    <a:pt x="0" y="611394"/>
                    <a:pt x="0" y="60061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622068" cy="66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52" id="52"/>
          <p:cNvSpPr/>
          <p:nvPr/>
        </p:nvSpPr>
        <p:spPr>
          <a:xfrm>
            <a:off x="12472987" y="7107743"/>
            <a:ext cx="0" cy="787264"/>
          </a:xfrm>
          <a:prstGeom prst="line">
            <a:avLst/>
          </a:prstGeom>
          <a:ln cap="flat" w="47625">
            <a:solidFill>
              <a:srgbClr val="007B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3" id="53"/>
          <p:cNvGrpSpPr/>
          <p:nvPr/>
        </p:nvGrpSpPr>
        <p:grpSpPr>
          <a:xfrm rot="0">
            <a:off x="11605225" y="5901899"/>
            <a:ext cx="1735525" cy="1491467"/>
            <a:chOff x="0" y="0"/>
            <a:chExt cx="812800" cy="6985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9252" y="0"/>
              <a:ext cx="774295" cy="698500"/>
            </a:xfrm>
            <a:custGeom>
              <a:avLst/>
              <a:gdLst/>
              <a:ahLst/>
              <a:cxnLst/>
              <a:rect r="r" b="b" t="t" l="l"/>
              <a:pathLst>
                <a:path h="698500" w="774295">
                  <a:moveTo>
                    <a:pt x="757655" y="410942"/>
                  </a:moveTo>
                  <a:lnTo>
                    <a:pt x="626241" y="636808"/>
                  </a:lnTo>
                  <a:cubicBezTo>
                    <a:pt x="604019" y="675003"/>
                    <a:pt x="563163" y="698500"/>
                    <a:pt x="518974" y="698500"/>
                  </a:cubicBezTo>
                  <a:lnTo>
                    <a:pt x="255322" y="698500"/>
                  </a:lnTo>
                  <a:cubicBezTo>
                    <a:pt x="211133" y="698500"/>
                    <a:pt x="170277" y="675003"/>
                    <a:pt x="148055" y="636808"/>
                  </a:cubicBezTo>
                  <a:lnTo>
                    <a:pt x="16641" y="410942"/>
                  </a:lnTo>
                  <a:cubicBezTo>
                    <a:pt x="-5546" y="372806"/>
                    <a:pt x="-5546" y="325694"/>
                    <a:pt x="16641" y="287558"/>
                  </a:cubicBezTo>
                  <a:lnTo>
                    <a:pt x="148055" y="61692"/>
                  </a:lnTo>
                  <a:cubicBezTo>
                    <a:pt x="170277" y="23497"/>
                    <a:pt x="211133" y="0"/>
                    <a:pt x="255322" y="0"/>
                  </a:cubicBezTo>
                  <a:lnTo>
                    <a:pt x="518974" y="0"/>
                  </a:lnTo>
                  <a:cubicBezTo>
                    <a:pt x="563163" y="0"/>
                    <a:pt x="604019" y="23497"/>
                    <a:pt x="626241" y="61692"/>
                  </a:cubicBezTo>
                  <a:lnTo>
                    <a:pt x="757655" y="287558"/>
                  </a:lnTo>
                  <a:cubicBezTo>
                    <a:pt x="779842" y="325694"/>
                    <a:pt x="779842" y="372806"/>
                    <a:pt x="757655" y="410942"/>
                  </a:cubicBez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283201" y="8020854"/>
            <a:ext cx="379572" cy="381000"/>
            <a:chOff x="0" y="0"/>
            <a:chExt cx="812800" cy="81585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BFF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5400000">
            <a:off x="12208740" y="7963780"/>
            <a:ext cx="528495" cy="1543050"/>
          </a:xfrm>
          <a:custGeom>
            <a:avLst/>
            <a:gdLst/>
            <a:ahLst/>
            <a:cxnLst/>
            <a:rect r="r" b="b" t="t" l="l"/>
            <a:pathLst>
              <a:path h="1543050" w="528495">
                <a:moveTo>
                  <a:pt x="0" y="0"/>
                </a:moveTo>
                <a:lnTo>
                  <a:pt x="528495" y="0"/>
                </a:lnTo>
                <a:lnTo>
                  <a:pt x="52849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1701462" y="8706654"/>
            <a:ext cx="1543050" cy="528646"/>
            <a:chOff x="0" y="0"/>
            <a:chExt cx="406400" cy="13923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06400" cy="139232"/>
            </a:xfrm>
            <a:custGeom>
              <a:avLst/>
              <a:gdLst/>
              <a:ahLst/>
              <a:cxnLst/>
              <a:rect r="r" b="b" t="t" l="l"/>
              <a:pathLst>
                <a:path h="139232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9232"/>
                  </a:lnTo>
                  <a:lnTo>
                    <a:pt x="0" y="139232"/>
                  </a:ln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406400" cy="15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STEP 04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5400000">
            <a:off x="15311527" y="1785360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1" y="0"/>
                </a:lnTo>
                <a:lnTo>
                  <a:pt x="838021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4211300" y="3008747"/>
            <a:ext cx="3048000" cy="3142016"/>
            <a:chOff x="0" y="0"/>
            <a:chExt cx="622068" cy="64125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2068" cy="641255"/>
            </a:xfrm>
            <a:custGeom>
              <a:avLst/>
              <a:gdLst/>
              <a:ahLst/>
              <a:cxnLst/>
              <a:rect r="r" b="b" t="t" l="l"/>
              <a:pathLst>
                <a:path h="64125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600615"/>
                  </a:lnTo>
                  <a:cubicBezTo>
                    <a:pt x="622068" y="623060"/>
                    <a:pt x="603872" y="641255"/>
                    <a:pt x="581427" y="641255"/>
                  </a:cubicBezTo>
                  <a:lnTo>
                    <a:pt x="40640" y="641255"/>
                  </a:lnTo>
                  <a:cubicBezTo>
                    <a:pt x="29862" y="641255"/>
                    <a:pt x="19525" y="636974"/>
                    <a:pt x="11903" y="629352"/>
                  </a:cubicBezTo>
                  <a:cubicBezTo>
                    <a:pt x="4282" y="621731"/>
                    <a:pt x="0" y="611394"/>
                    <a:pt x="0" y="60061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622068" cy="66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67" id="67"/>
          <p:cNvSpPr/>
          <p:nvPr/>
        </p:nvSpPr>
        <p:spPr>
          <a:xfrm>
            <a:off x="15730537" y="7086503"/>
            <a:ext cx="0" cy="787264"/>
          </a:xfrm>
          <a:prstGeom prst="line">
            <a:avLst/>
          </a:prstGeom>
          <a:ln cap="flat" w="47625">
            <a:solidFill>
              <a:srgbClr val="175DC5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8" id="68"/>
          <p:cNvGrpSpPr/>
          <p:nvPr/>
        </p:nvGrpSpPr>
        <p:grpSpPr>
          <a:xfrm rot="0">
            <a:off x="14862775" y="5880659"/>
            <a:ext cx="1735525" cy="1491467"/>
            <a:chOff x="0" y="0"/>
            <a:chExt cx="812800" cy="6985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9252" y="0"/>
              <a:ext cx="774295" cy="698500"/>
            </a:xfrm>
            <a:custGeom>
              <a:avLst/>
              <a:gdLst/>
              <a:ahLst/>
              <a:cxnLst/>
              <a:rect r="r" b="b" t="t" l="l"/>
              <a:pathLst>
                <a:path h="698500" w="774295">
                  <a:moveTo>
                    <a:pt x="757655" y="410942"/>
                  </a:moveTo>
                  <a:lnTo>
                    <a:pt x="626241" y="636808"/>
                  </a:lnTo>
                  <a:cubicBezTo>
                    <a:pt x="604019" y="675003"/>
                    <a:pt x="563163" y="698500"/>
                    <a:pt x="518974" y="698500"/>
                  </a:cubicBezTo>
                  <a:lnTo>
                    <a:pt x="255322" y="698500"/>
                  </a:lnTo>
                  <a:cubicBezTo>
                    <a:pt x="211133" y="698500"/>
                    <a:pt x="170277" y="675003"/>
                    <a:pt x="148055" y="636808"/>
                  </a:cubicBezTo>
                  <a:lnTo>
                    <a:pt x="16641" y="410942"/>
                  </a:lnTo>
                  <a:cubicBezTo>
                    <a:pt x="-5546" y="372806"/>
                    <a:pt x="-5546" y="325694"/>
                    <a:pt x="16641" y="287558"/>
                  </a:cubicBezTo>
                  <a:lnTo>
                    <a:pt x="148055" y="61692"/>
                  </a:lnTo>
                  <a:cubicBezTo>
                    <a:pt x="170277" y="23497"/>
                    <a:pt x="211133" y="0"/>
                    <a:pt x="255322" y="0"/>
                  </a:cubicBezTo>
                  <a:lnTo>
                    <a:pt x="518974" y="0"/>
                  </a:lnTo>
                  <a:cubicBezTo>
                    <a:pt x="563163" y="0"/>
                    <a:pt x="604019" y="23497"/>
                    <a:pt x="626241" y="61692"/>
                  </a:cubicBezTo>
                  <a:lnTo>
                    <a:pt x="757655" y="287558"/>
                  </a:lnTo>
                  <a:cubicBezTo>
                    <a:pt x="779842" y="325694"/>
                    <a:pt x="779842" y="372806"/>
                    <a:pt x="757655" y="410942"/>
                  </a:cubicBezTo>
                  <a:close/>
                </a:path>
              </a:pathLst>
            </a:custGeom>
            <a:solidFill>
              <a:srgbClr val="175DC5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5540751" y="7999614"/>
            <a:ext cx="379572" cy="381000"/>
            <a:chOff x="0" y="0"/>
            <a:chExt cx="812800" cy="81585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5DC5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74" id="74"/>
          <p:cNvSpPr/>
          <p:nvPr/>
        </p:nvSpPr>
        <p:spPr>
          <a:xfrm flipH="false" flipV="false" rot="5400000">
            <a:off x="15466290" y="7942540"/>
            <a:ext cx="528495" cy="1543050"/>
          </a:xfrm>
          <a:custGeom>
            <a:avLst/>
            <a:gdLst/>
            <a:ahLst/>
            <a:cxnLst/>
            <a:rect r="r" b="b" t="t" l="l"/>
            <a:pathLst>
              <a:path h="1543050" w="528495">
                <a:moveTo>
                  <a:pt x="0" y="0"/>
                </a:moveTo>
                <a:lnTo>
                  <a:pt x="528495" y="0"/>
                </a:lnTo>
                <a:lnTo>
                  <a:pt x="52849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14959012" y="8685414"/>
            <a:ext cx="1543050" cy="528646"/>
            <a:chOff x="0" y="0"/>
            <a:chExt cx="406400" cy="13923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06400" cy="139232"/>
            </a:xfrm>
            <a:custGeom>
              <a:avLst/>
              <a:gdLst/>
              <a:ahLst/>
              <a:cxnLst/>
              <a:rect r="r" b="b" t="t" l="l"/>
              <a:pathLst>
                <a:path h="139232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9232"/>
                  </a:lnTo>
                  <a:lnTo>
                    <a:pt x="0" y="139232"/>
                  </a:lnTo>
                  <a:close/>
                </a:path>
              </a:pathLst>
            </a:custGeom>
            <a:solidFill>
              <a:srgbClr val="175DC5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406400" cy="15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STEP 05</a:t>
              </a:r>
            </a:p>
          </p:txBody>
        </p:sp>
      </p:grpSp>
      <p:sp>
        <p:nvSpPr>
          <p:cNvPr name="Freeform 78" id="78"/>
          <p:cNvSpPr/>
          <p:nvPr/>
        </p:nvSpPr>
        <p:spPr>
          <a:xfrm flipH="false" flipV="false" rot="0">
            <a:off x="2166937" y="6342832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5500687" y="6342832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8927020" y="6342832"/>
            <a:ext cx="424434" cy="609600"/>
          </a:xfrm>
          <a:custGeom>
            <a:avLst/>
            <a:gdLst/>
            <a:ahLst/>
            <a:cxnLst/>
            <a:rect r="r" b="b" t="t" l="l"/>
            <a:pathLst>
              <a:path h="609600" w="424434">
                <a:moveTo>
                  <a:pt x="0" y="0"/>
                </a:moveTo>
                <a:lnTo>
                  <a:pt x="424434" y="0"/>
                </a:lnTo>
                <a:lnTo>
                  <a:pt x="424434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12140327" y="6342832"/>
            <a:ext cx="665321" cy="609600"/>
          </a:xfrm>
          <a:custGeom>
            <a:avLst/>
            <a:gdLst/>
            <a:ahLst/>
            <a:cxnLst/>
            <a:rect r="r" b="b" t="t" l="l"/>
            <a:pathLst>
              <a:path h="609600" w="665321">
                <a:moveTo>
                  <a:pt x="0" y="0"/>
                </a:moveTo>
                <a:lnTo>
                  <a:pt x="665321" y="0"/>
                </a:lnTo>
                <a:lnTo>
                  <a:pt x="665321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15501938" y="6321592"/>
            <a:ext cx="457200" cy="609600"/>
          </a:xfrm>
          <a:custGeom>
            <a:avLst/>
            <a:gdLst/>
            <a:ahLst/>
            <a:cxnLst/>
            <a:rect r="r" b="b" t="t" l="l"/>
            <a:pathLst>
              <a:path h="609600" w="457200">
                <a:moveTo>
                  <a:pt x="0" y="0"/>
                </a:moveTo>
                <a:lnTo>
                  <a:pt x="457200" y="0"/>
                </a:lnTo>
                <a:lnTo>
                  <a:pt x="457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3" id="83"/>
          <p:cNvSpPr txBox="true"/>
          <p:nvPr/>
        </p:nvSpPr>
        <p:spPr>
          <a:xfrm rot="0">
            <a:off x="2476500" y="962025"/>
            <a:ext cx="1333500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Crafting a Strong Brand Identity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2476500" y="1618312"/>
            <a:ext cx="13335000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simple process for creating a memorable and consistent brand image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562100" y="3415353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D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efine Your Purpose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571625" y="4155728"/>
            <a:ext cx="1809750" cy="128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What is the core mission behind your business and what problem do you solve?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4895850" y="3415353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Kn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ow Your Audience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4905375" y="4155728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Und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rstand their needs, values, and how they perceive your brand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8229600" y="3415353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esign Visual Identity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8239125" y="4155728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reate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 logo, color palette, and typography that reflect your brand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1563350" y="3415353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raft Your </a:t>
            </a:r>
          </a:p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Voice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1572875" y="4155728"/>
            <a:ext cx="1809750" cy="128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tablish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 unique tone and messaging style for all communications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4820900" y="3394113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aintain Consistency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4830425" y="4134487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Apply y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our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brand identity across every touchpoint, online and offline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7999" y="3101290"/>
            <a:ext cx="4664403" cy="2489950"/>
            <a:chOff x="0" y="0"/>
            <a:chExt cx="951960" cy="508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1960" cy="508175"/>
            </a:xfrm>
            <a:custGeom>
              <a:avLst/>
              <a:gdLst/>
              <a:ahLst/>
              <a:cxnLst/>
              <a:rect r="r" b="b" t="t" l="l"/>
              <a:pathLst>
                <a:path h="508175" w="951960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951960" cy="52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7999" y="6243462"/>
            <a:ext cx="4664403" cy="2489950"/>
            <a:chOff x="0" y="0"/>
            <a:chExt cx="951960" cy="5081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1960" cy="508175"/>
            </a:xfrm>
            <a:custGeom>
              <a:avLst/>
              <a:gdLst/>
              <a:ahLst/>
              <a:cxnLst/>
              <a:rect r="r" b="b" t="t" l="l"/>
              <a:pathLst>
                <a:path h="508175" w="951960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951960" cy="52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32701" y="3101290"/>
            <a:ext cx="4664403" cy="2489950"/>
            <a:chOff x="0" y="0"/>
            <a:chExt cx="951960" cy="5081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1960" cy="508175"/>
            </a:xfrm>
            <a:custGeom>
              <a:avLst/>
              <a:gdLst/>
              <a:ahLst/>
              <a:cxnLst/>
              <a:rect r="r" b="b" t="t" l="l"/>
              <a:pathLst>
                <a:path h="508175" w="951960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951960" cy="52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32701" y="6243462"/>
            <a:ext cx="4664403" cy="2489950"/>
            <a:chOff x="0" y="0"/>
            <a:chExt cx="951960" cy="5081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1960" cy="508175"/>
            </a:xfrm>
            <a:custGeom>
              <a:avLst/>
              <a:gdLst/>
              <a:ahLst/>
              <a:cxnLst/>
              <a:rect r="r" b="b" t="t" l="l"/>
              <a:pathLst>
                <a:path h="508175" w="951960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951960" cy="52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true" rot="5400000">
            <a:off x="318507" y="3733112"/>
            <a:ext cx="2265691" cy="1226305"/>
          </a:xfrm>
          <a:custGeom>
            <a:avLst/>
            <a:gdLst/>
            <a:ahLst/>
            <a:cxnLst/>
            <a:rect r="r" b="b" t="t" l="l"/>
            <a:pathLst>
              <a:path h="1226305" w="2265691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5400000">
            <a:off x="318507" y="6875284"/>
            <a:ext cx="2265691" cy="1226305"/>
          </a:xfrm>
          <a:custGeom>
            <a:avLst/>
            <a:gdLst/>
            <a:ahLst/>
            <a:cxnLst/>
            <a:rect r="r" b="b" t="t" l="l"/>
            <a:pathLst>
              <a:path h="1226305" w="2265691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5400000">
            <a:off x="5893209" y="3733112"/>
            <a:ext cx="2265691" cy="1226305"/>
          </a:xfrm>
          <a:custGeom>
            <a:avLst/>
            <a:gdLst/>
            <a:ahLst/>
            <a:cxnLst/>
            <a:rect r="r" b="b" t="t" l="l"/>
            <a:pathLst>
              <a:path h="1226305" w="2265691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5400000">
            <a:off x="5893209" y="6875284"/>
            <a:ext cx="2265691" cy="1226305"/>
          </a:xfrm>
          <a:custGeom>
            <a:avLst/>
            <a:gdLst/>
            <a:ahLst/>
            <a:cxnLst/>
            <a:rect r="r" b="b" t="t" l="l"/>
            <a:pathLst>
              <a:path h="1226305" w="2265691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605291" y="3924307"/>
            <a:ext cx="92747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94D32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05291" y="7066479"/>
            <a:ext cx="92747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007B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79993" y="3924307"/>
            <a:ext cx="92747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00C19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79993" y="7066479"/>
            <a:ext cx="92747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175DC5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05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1668168">
            <a:off x="5250247" y="3648648"/>
            <a:ext cx="477868" cy="1395234"/>
          </a:xfrm>
          <a:custGeom>
            <a:avLst/>
            <a:gdLst/>
            <a:ahLst/>
            <a:cxnLst/>
            <a:rect r="r" b="b" t="t" l="l"/>
            <a:pathLst>
              <a:path h="1395234" w="477868">
                <a:moveTo>
                  <a:pt x="0" y="0"/>
                </a:moveTo>
                <a:lnTo>
                  <a:pt x="477868" y="0"/>
                </a:lnTo>
                <a:lnTo>
                  <a:pt x="477868" y="1395234"/>
                </a:lnTo>
                <a:lnTo>
                  <a:pt x="0" y="1395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1668168">
            <a:off x="5250247" y="6790820"/>
            <a:ext cx="477868" cy="1395234"/>
          </a:xfrm>
          <a:custGeom>
            <a:avLst/>
            <a:gdLst/>
            <a:ahLst/>
            <a:cxnLst/>
            <a:rect r="r" b="b" t="t" l="l"/>
            <a:pathLst>
              <a:path h="1395234" w="477868">
                <a:moveTo>
                  <a:pt x="0" y="0"/>
                </a:moveTo>
                <a:lnTo>
                  <a:pt x="477868" y="0"/>
                </a:lnTo>
                <a:lnTo>
                  <a:pt x="477868" y="1395234"/>
                </a:lnTo>
                <a:lnTo>
                  <a:pt x="0" y="1395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1668168">
            <a:off x="10824949" y="3648648"/>
            <a:ext cx="477868" cy="1395234"/>
          </a:xfrm>
          <a:custGeom>
            <a:avLst/>
            <a:gdLst/>
            <a:ahLst/>
            <a:cxnLst/>
            <a:rect r="r" b="b" t="t" l="l"/>
            <a:pathLst>
              <a:path h="1395234" w="477868">
                <a:moveTo>
                  <a:pt x="0" y="0"/>
                </a:moveTo>
                <a:lnTo>
                  <a:pt x="477868" y="0"/>
                </a:lnTo>
                <a:lnTo>
                  <a:pt x="477868" y="1395234"/>
                </a:lnTo>
                <a:lnTo>
                  <a:pt x="0" y="1395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1668168">
            <a:off x="10824949" y="6790820"/>
            <a:ext cx="477868" cy="1395234"/>
          </a:xfrm>
          <a:custGeom>
            <a:avLst/>
            <a:gdLst/>
            <a:ahLst/>
            <a:cxnLst/>
            <a:rect r="r" b="b" t="t" l="l"/>
            <a:pathLst>
              <a:path h="1395234" w="477868">
                <a:moveTo>
                  <a:pt x="0" y="0"/>
                </a:moveTo>
                <a:lnTo>
                  <a:pt x="477868" y="0"/>
                </a:lnTo>
                <a:lnTo>
                  <a:pt x="477868" y="1395234"/>
                </a:lnTo>
                <a:lnTo>
                  <a:pt x="0" y="1395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2707402" y="3101290"/>
            <a:ext cx="4664403" cy="2489950"/>
            <a:chOff x="0" y="0"/>
            <a:chExt cx="951960" cy="50817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1960" cy="508175"/>
            </a:xfrm>
            <a:custGeom>
              <a:avLst/>
              <a:gdLst/>
              <a:ahLst/>
              <a:cxnLst/>
              <a:rect r="r" b="b" t="t" l="l"/>
              <a:pathLst>
                <a:path h="508175" w="951960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951960" cy="52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707402" y="6243462"/>
            <a:ext cx="4664403" cy="2489950"/>
            <a:chOff x="0" y="0"/>
            <a:chExt cx="951960" cy="5081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1960" cy="508175"/>
            </a:xfrm>
            <a:custGeom>
              <a:avLst/>
              <a:gdLst/>
              <a:ahLst/>
              <a:cxnLst/>
              <a:rect r="r" b="b" t="t" l="l"/>
              <a:pathLst>
                <a:path h="508175" w="951960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951960" cy="52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true" rot="5400000">
            <a:off x="11467911" y="3733112"/>
            <a:ext cx="2265691" cy="1226305"/>
          </a:xfrm>
          <a:custGeom>
            <a:avLst/>
            <a:gdLst/>
            <a:ahLst/>
            <a:cxnLst/>
            <a:rect r="r" b="b" t="t" l="l"/>
            <a:pathLst>
              <a:path h="1226305" w="2265691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true" rot="5400000">
            <a:off x="11467911" y="6875284"/>
            <a:ext cx="2265691" cy="1226305"/>
          </a:xfrm>
          <a:custGeom>
            <a:avLst/>
            <a:gdLst/>
            <a:ahLst/>
            <a:cxnLst/>
            <a:rect r="r" b="b" t="t" l="l"/>
            <a:pathLst>
              <a:path h="1226305" w="2265691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5754695" y="3924307"/>
            <a:ext cx="92747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00A3C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754695" y="7066479"/>
            <a:ext cx="92747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18418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06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1668168">
            <a:off x="16399650" y="3648648"/>
            <a:ext cx="477868" cy="1395234"/>
          </a:xfrm>
          <a:custGeom>
            <a:avLst/>
            <a:gdLst/>
            <a:ahLst/>
            <a:cxnLst/>
            <a:rect r="r" b="b" t="t" l="l"/>
            <a:pathLst>
              <a:path h="1395234" w="477868">
                <a:moveTo>
                  <a:pt x="0" y="0"/>
                </a:moveTo>
                <a:lnTo>
                  <a:pt x="477868" y="0"/>
                </a:lnTo>
                <a:lnTo>
                  <a:pt x="477868" y="1395234"/>
                </a:lnTo>
                <a:lnTo>
                  <a:pt x="0" y="1395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1668168">
            <a:off x="16399650" y="6790820"/>
            <a:ext cx="477868" cy="1395234"/>
          </a:xfrm>
          <a:custGeom>
            <a:avLst/>
            <a:gdLst/>
            <a:ahLst/>
            <a:cxnLst/>
            <a:rect r="r" b="b" t="t" l="l"/>
            <a:pathLst>
              <a:path h="1395234" w="477868">
                <a:moveTo>
                  <a:pt x="0" y="0"/>
                </a:moveTo>
                <a:lnTo>
                  <a:pt x="477868" y="0"/>
                </a:lnTo>
                <a:lnTo>
                  <a:pt x="477868" y="1395234"/>
                </a:lnTo>
                <a:lnTo>
                  <a:pt x="0" y="1395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222753" y="4117665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6797454" y="4117665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2372156" y="4117665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79903" y="7259837"/>
            <a:ext cx="342900" cy="457200"/>
          </a:xfrm>
          <a:custGeom>
            <a:avLst/>
            <a:gdLst/>
            <a:ahLst/>
            <a:cxnLst/>
            <a:rect r="r" b="b" t="t" l="l"/>
            <a:pathLst>
              <a:path h="457200" w="342900">
                <a:moveTo>
                  <a:pt x="0" y="0"/>
                </a:moveTo>
                <a:lnTo>
                  <a:pt x="342900" y="0"/>
                </a:lnTo>
                <a:lnTo>
                  <a:pt x="3429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6787619" y="7259837"/>
            <a:ext cx="476871" cy="457200"/>
          </a:xfrm>
          <a:custGeom>
            <a:avLst/>
            <a:gdLst/>
            <a:ahLst/>
            <a:cxnLst/>
            <a:rect r="r" b="b" t="t" l="l"/>
            <a:pathLst>
              <a:path h="457200" w="476871">
                <a:moveTo>
                  <a:pt x="0" y="0"/>
                </a:moveTo>
                <a:lnTo>
                  <a:pt x="476871" y="0"/>
                </a:lnTo>
                <a:lnTo>
                  <a:pt x="476871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2372156" y="7259837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2476500" y="962025"/>
            <a:ext cx="1333500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Keys to Social Media Success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476500" y="1618312"/>
            <a:ext cx="13335000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Actionable tips for engaging your audience and driving business results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2250923" y="3423157"/>
            <a:ext cx="2240069" cy="1208405"/>
            <a:chOff x="0" y="0"/>
            <a:chExt cx="2986758" cy="1611207"/>
          </a:xfrm>
        </p:grpSpPr>
        <p:sp>
          <p:nvSpPr>
            <p:cNvPr name="TextBox 47" id="47"/>
            <p:cNvSpPr txBox="true"/>
            <p:nvPr/>
          </p:nvSpPr>
          <p:spPr>
            <a:xfrm rot="0">
              <a:off x="0" y="0"/>
              <a:ext cx="2986758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</a:t>
              </a: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 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Clear Goals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9708" y="590550"/>
              <a:ext cx="2977050" cy="1020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Def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ine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what you want to achieve with your social media presence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250923" y="6565329"/>
            <a:ext cx="2240069" cy="1208405"/>
            <a:chOff x="0" y="0"/>
            <a:chExt cx="2986758" cy="1611207"/>
          </a:xfrm>
        </p:grpSpPr>
        <p:sp>
          <p:nvSpPr>
            <p:cNvPr name="TextBox 50" id="50"/>
            <p:cNvSpPr txBox="true"/>
            <p:nvPr/>
          </p:nvSpPr>
          <p:spPr>
            <a:xfrm rot="0">
              <a:off x="0" y="0"/>
              <a:ext cx="2986758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Be </a:t>
              </a: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Consist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ent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9708" y="590550"/>
              <a:ext cx="2977050" cy="1020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Post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regularly and maintain a stable brand presence online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825624" y="3423157"/>
            <a:ext cx="2354369" cy="1732280"/>
            <a:chOff x="0" y="0"/>
            <a:chExt cx="3139158" cy="2309707"/>
          </a:xfrm>
        </p:grpSpPr>
        <p:sp>
          <p:nvSpPr>
            <p:cNvPr name="TextBox 53" id="53"/>
            <p:cNvSpPr txBox="true"/>
            <p:nvPr/>
          </p:nvSpPr>
          <p:spPr>
            <a:xfrm rot="0">
              <a:off x="0" y="0"/>
              <a:ext cx="3139158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Li</a:t>
              </a: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 to Your Audience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10203" y="946150"/>
              <a:ext cx="3128955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Pay attention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to conversations and feedback on social platforms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825624" y="6565329"/>
            <a:ext cx="2354369" cy="1208405"/>
            <a:chOff x="0" y="0"/>
            <a:chExt cx="3139158" cy="1611207"/>
          </a:xfrm>
        </p:grpSpPr>
        <p:sp>
          <p:nvSpPr>
            <p:cNvPr name="TextBox 56" id="56"/>
            <p:cNvSpPr txBox="true"/>
            <p:nvPr/>
          </p:nvSpPr>
          <p:spPr>
            <a:xfrm rot="0">
              <a:off x="0" y="0"/>
              <a:ext cx="3139158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</a:t>
              </a: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 Analytics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10203" y="590550"/>
              <a:ext cx="3128955" cy="1020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rack your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performance to understand what content resonates most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400326" y="3423157"/>
            <a:ext cx="2240069" cy="1475105"/>
            <a:chOff x="0" y="0"/>
            <a:chExt cx="2986758" cy="1966807"/>
          </a:xfrm>
        </p:grpSpPr>
        <p:sp>
          <p:nvSpPr>
            <p:cNvPr name="TextBox 59" id="59"/>
            <p:cNvSpPr txBox="true"/>
            <p:nvPr/>
          </p:nvSpPr>
          <p:spPr>
            <a:xfrm rot="0">
              <a:off x="0" y="0"/>
              <a:ext cx="2986758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Creat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 Engaging Content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9708" y="946150"/>
              <a:ext cx="2977050" cy="1020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cus on content that provides value and sparks conversation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400326" y="6565329"/>
            <a:ext cx="2240069" cy="1475105"/>
            <a:chOff x="0" y="0"/>
            <a:chExt cx="2986758" cy="1966807"/>
          </a:xfrm>
        </p:grpSpPr>
        <p:sp>
          <p:nvSpPr>
            <p:cNvPr name="TextBox 62" id="62"/>
            <p:cNvSpPr txBox="true"/>
            <p:nvPr/>
          </p:nvSpPr>
          <p:spPr>
            <a:xfrm rot="0">
              <a:off x="0" y="0"/>
              <a:ext cx="2986758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Eng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age and Respond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9708" y="946150"/>
              <a:ext cx="2977050" cy="1020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Act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ively participate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in conversations and respond to comments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809097" y="7388979"/>
            <a:ext cx="953806" cy="2784835"/>
          </a:xfrm>
          <a:custGeom>
            <a:avLst/>
            <a:gdLst/>
            <a:ahLst/>
            <a:cxnLst/>
            <a:rect r="r" b="b" t="t" l="l"/>
            <a:pathLst>
              <a:path h="2784835" w="953806">
                <a:moveTo>
                  <a:pt x="0" y="0"/>
                </a:moveTo>
                <a:lnTo>
                  <a:pt x="953806" y="0"/>
                </a:lnTo>
                <a:lnTo>
                  <a:pt x="953806" y="2784836"/>
                </a:lnTo>
                <a:lnTo>
                  <a:pt x="0" y="2784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281112" y="2931098"/>
            <a:ext cx="1905000" cy="952500"/>
            <a:chOff x="0" y="0"/>
            <a:chExt cx="660400" cy="330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66040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4285569" y="3407348"/>
            <a:ext cx="1905000" cy="952500"/>
            <a:chOff x="0" y="0"/>
            <a:chExt cx="660400" cy="330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66040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7713888" y="3407348"/>
            <a:ext cx="1905000" cy="952500"/>
            <a:chOff x="0" y="0"/>
            <a:chExt cx="660400" cy="330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66040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11142206" y="3407348"/>
            <a:ext cx="1905000" cy="952500"/>
            <a:chOff x="0" y="0"/>
            <a:chExt cx="660400" cy="330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66040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14570525" y="3407348"/>
            <a:ext cx="1905000" cy="952500"/>
            <a:chOff x="0" y="0"/>
            <a:chExt cx="660400" cy="330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6040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" y="3855910"/>
            <a:ext cx="3048000" cy="4925487"/>
            <a:chOff x="0" y="0"/>
            <a:chExt cx="622068" cy="10052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2068" cy="1005245"/>
            </a:xfrm>
            <a:custGeom>
              <a:avLst/>
              <a:gdLst/>
              <a:ahLst/>
              <a:cxnLst/>
              <a:rect r="r" b="b" t="t" l="l"/>
              <a:pathLst>
                <a:path h="100524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964605"/>
                  </a:lnTo>
                  <a:cubicBezTo>
                    <a:pt x="622068" y="987049"/>
                    <a:pt x="603872" y="1005245"/>
                    <a:pt x="581427" y="1005245"/>
                  </a:cubicBezTo>
                  <a:lnTo>
                    <a:pt x="40640" y="1005245"/>
                  </a:lnTo>
                  <a:cubicBezTo>
                    <a:pt x="18195" y="1005245"/>
                    <a:pt x="0" y="987049"/>
                    <a:pt x="0" y="96460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622068" cy="1024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1809750" y="3407348"/>
            <a:ext cx="1905000" cy="952500"/>
            <a:chOff x="0" y="0"/>
            <a:chExt cx="660400" cy="330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6040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5400000">
            <a:off x="5237416" y="7388979"/>
            <a:ext cx="953806" cy="2784835"/>
          </a:xfrm>
          <a:custGeom>
            <a:avLst/>
            <a:gdLst/>
            <a:ahLst/>
            <a:cxnLst/>
            <a:rect r="r" b="b" t="t" l="l"/>
            <a:pathLst>
              <a:path h="2784835" w="953806">
                <a:moveTo>
                  <a:pt x="0" y="0"/>
                </a:moveTo>
                <a:lnTo>
                  <a:pt x="953806" y="0"/>
                </a:lnTo>
                <a:lnTo>
                  <a:pt x="953806" y="2784836"/>
                </a:lnTo>
                <a:lnTo>
                  <a:pt x="0" y="2784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4190319" y="3855910"/>
            <a:ext cx="3048000" cy="4925487"/>
            <a:chOff x="0" y="0"/>
            <a:chExt cx="622068" cy="100524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22068" cy="1005245"/>
            </a:xfrm>
            <a:custGeom>
              <a:avLst/>
              <a:gdLst/>
              <a:ahLst/>
              <a:cxnLst/>
              <a:rect r="r" b="b" t="t" l="l"/>
              <a:pathLst>
                <a:path h="100524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964605"/>
                  </a:lnTo>
                  <a:cubicBezTo>
                    <a:pt x="622068" y="987049"/>
                    <a:pt x="603872" y="1005245"/>
                    <a:pt x="581427" y="1005245"/>
                  </a:cubicBezTo>
                  <a:lnTo>
                    <a:pt x="40640" y="1005245"/>
                  </a:lnTo>
                  <a:cubicBezTo>
                    <a:pt x="18195" y="1005245"/>
                    <a:pt x="0" y="987049"/>
                    <a:pt x="0" y="96460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622068" cy="1024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5400000">
            <a:off x="5238069" y="3407348"/>
            <a:ext cx="1905000" cy="952500"/>
            <a:chOff x="0" y="0"/>
            <a:chExt cx="660400" cy="330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00C19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66040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-5400000">
            <a:off x="8665735" y="7388979"/>
            <a:ext cx="953806" cy="2784835"/>
          </a:xfrm>
          <a:custGeom>
            <a:avLst/>
            <a:gdLst/>
            <a:ahLst/>
            <a:cxnLst/>
            <a:rect r="r" b="b" t="t" l="l"/>
            <a:pathLst>
              <a:path h="2784835" w="953806">
                <a:moveTo>
                  <a:pt x="0" y="0"/>
                </a:moveTo>
                <a:lnTo>
                  <a:pt x="953806" y="0"/>
                </a:lnTo>
                <a:lnTo>
                  <a:pt x="953806" y="2784836"/>
                </a:lnTo>
                <a:lnTo>
                  <a:pt x="0" y="2784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7618638" y="3855910"/>
            <a:ext cx="3048000" cy="4925487"/>
            <a:chOff x="0" y="0"/>
            <a:chExt cx="622068" cy="100524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2068" cy="1005245"/>
            </a:xfrm>
            <a:custGeom>
              <a:avLst/>
              <a:gdLst/>
              <a:ahLst/>
              <a:cxnLst/>
              <a:rect r="r" b="b" t="t" l="l"/>
              <a:pathLst>
                <a:path h="100524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964605"/>
                  </a:lnTo>
                  <a:cubicBezTo>
                    <a:pt x="622068" y="987049"/>
                    <a:pt x="603872" y="1005245"/>
                    <a:pt x="581427" y="1005245"/>
                  </a:cubicBezTo>
                  <a:lnTo>
                    <a:pt x="40640" y="1005245"/>
                  </a:lnTo>
                  <a:cubicBezTo>
                    <a:pt x="18195" y="1005245"/>
                    <a:pt x="0" y="987049"/>
                    <a:pt x="0" y="96460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622068" cy="1024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5400000">
            <a:off x="8666388" y="3407348"/>
            <a:ext cx="1905000" cy="952500"/>
            <a:chOff x="0" y="0"/>
            <a:chExt cx="660400" cy="330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00A3C4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66040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-5400000">
            <a:off x="12094053" y="7388979"/>
            <a:ext cx="953806" cy="2784835"/>
          </a:xfrm>
          <a:custGeom>
            <a:avLst/>
            <a:gdLst/>
            <a:ahLst/>
            <a:cxnLst/>
            <a:rect r="r" b="b" t="t" l="l"/>
            <a:pathLst>
              <a:path h="2784835" w="953806">
                <a:moveTo>
                  <a:pt x="0" y="0"/>
                </a:moveTo>
                <a:lnTo>
                  <a:pt x="953806" y="0"/>
                </a:lnTo>
                <a:lnTo>
                  <a:pt x="953806" y="2784836"/>
                </a:lnTo>
                <a:lnTo>
                  <a:pt x="0" y="2784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1046956" y="3855910"/>
            <a:ext cx="3048000" cy="4925487"/>
            <a:chOff x="0" y="0"/>
            <a:chExt cx="622068" cy="100524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2068" cy="1005245"/>
            </a:xfrm>
            <a:custGeom>
              <a:avLst/>
              <a:gdLst/>
              <a:ahLst/>
              <a:cxnLst/>
              <a:rect r="r" b="b" t="t" l="l"/>
              <a:pathLst>
                <a:path h="100524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964605"/>
                  </a:lnTo>
                  <a:cubicBezTo>
                    <a:pt x="622068" y="987049"/>
                    <a:pt x="603872" y="1005245"/>
                    <a:pt x="581427" y="1005245"/>
                  </a:cubicBezTo>
                  <a:lnTo>
                    <a:pt x="40640" y="1005245"/>
                  </a:lnTo>
                  <a:cubicBezTo>
                    <a:pt x="18195" y="1005245"/>
                    <a:pt x="0" y="987049"/>
                    <a:pt x="0" y="96460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622068" cy="1024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-5400000">
            <a:off x="12094706" y="3407348"/>
            <a:ext cx="1905000" cy="952500"/>
            <a:chOff x="0" y="0"/>
            <a:chExt cx="660400" cy="330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66040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-5400000">
            <a:off x="15522372" y="7388979"/>
            <a:ext cx="953806" cy="2784835"/>
          </a:xfrm>
          <a:custGeom>
            <a:avLst/>
            <a:gdLst/>
            <a:ahLst/>
            <a:cxnLst/>
            <a:rect r="r" b="b" t="t" l="l"/>
            <a:pathLst>
              <a:path h="2784835" w="953806">
                <a:moveTo>
                  <a:pt x="0" y="0"/>
                </a:moveTo>
                <a:lnTo>
                  <a:pt x="953806" y="0"/>
                </a:lnTo>
                <a:lnTo>
                  <a:pt x="953806" y="2784836"/>
                </a:lnTo>
                <a:lnTo>
                  <a:pt x="0" y="2784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4475275" y="3855910"/>
            <a:ext cx="3048000" cy="4925487"/>
            <a:chOff x="0" y="0"/>
            <a:chExt cx="622068" cy="100524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22068" cy="1005245"/>
            </a:xfrm>
            <a:custGeom>
              <a:avLst/>
              <a:gdLst/>
              <a:ahLst/>
              <a:cxnLst/>
              <a:rect r="r" b="b" t="t" l="l"/>
              <a:pathLst>
                <a:path h="100524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964605"/>
                  </a:lnTo>
                  <a:cubicBezTo>
                    <a:pt x="622068" y="987049"/>
                    <a:pt x="603872" y="1005245"/>
                    <a:pt x="581427" y="1005245"/>
                  </a:cubicBezTo>
                  <a:lnTo>
                    <a:pt x="40640" y="1005245"/>
                  </a:lnTo>
                  <a:cubicBezTo>
                    <a:pt x="18195" y="1005245"/>
                    <a:pt x="0" y="987049"/>
                    <a:pt x="0" y="96460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622068" cy="1024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-5400000">
            <a:off x="15523025" y="3407348"/>
            <a:ext cx="1905000" cy="952500"/>
            <a:chOff x="0" y="0"/>
            <a:chExt cx="660400" cy="330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175DC5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66040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1981200" y="7721660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5402962" y="7721660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8824724" y="7721660"/>
            <a:ext cx="635828" cy="609600"/>
          </a:xfrm>
          <a:custGeom>
            <a:avLst/>
            <a:gdLst/>
            <a:ahLst/>
            <a:cxnLst/>
            <a:rect r="r" b="b" t="t" l="l"/>
            <a:pathLst>
              <a:path h="609600" w="635828">
                <a:moveTo>
                  <a:pt x="0" y="0"/>
                </a:moveTo>
                <a:lnTo>
                  <a:pt x="635828" y="0"/>
                </a:lnTo>
                <a:lnTo>
                  <a:pt x="635828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2272713" y="7721660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5694475" y="7721660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2476500" y="962025"/>
            <a:ext cx="1333500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Powering Your Marketing Team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476500" y="1618312"/>
            <a:ext cx="13335000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critical tools and assets needed to execute your marketing plan efficiently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376362" y="5143500"/>
            <a:ext cx="1819275" cy="1767804"/>
            <a:chOff x="0" y="0"/>
            <a:chExt cx="2425700" cy="2357072"/>
          </a:xfrm>
        </p:grpSpPr>
        <p:sp>
          <p:nvSpPr>
            <p:cNvPr name="TextBox 60" id="60"/>
            <p:cNvSpPr txBox="true"/>
            <p:nvPr/>
          </p:nvSpPr>
          <p:spPr>
            <a:xfrm rot="0">
              <a:off x="0" y="0"/>
              <a:ext cx="24130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The Righ</a:t>
              </a: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 </a:t>
              </a:r>
            </a:p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eam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12700" y="993516"/>
              <a:ext cx="2413000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 pe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ople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with the skills and experience to get the work done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2158637" y="3542286"/>
            <a:ext cx="1207226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01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4804681" y="5143500"/>
            <a:ext cx="1819275" cy="2024979"/>
            <a:chOff x="0" y="0"/>
            <a:chExt cx="2425700" cy="2699972"/>
          </a:xfrm>
        </p:grpSpPr>
        <p:sp>
          <p:nvSpPr>
            <p:cNvPr name="TextBox 64" id="64"/>
            <p:cNvSpPr txBox="true"/>
            <p:nvPr/>
          </p:nvSpPr>
          <p:spPr>
            <a:xfrm rot="0">
              <a:off x="0" y="0"/>
              <a:ext cx="24130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The Righ</a:t>
              </a: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 </a:t>
              </a:r>
            </a:p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ools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12700" y="993516"/>
              <a:ext cx="2413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 s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oftware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and platforms to manage campaigns and analyze data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5586956" y="3542286"/>
            <a:ext cx="1207226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02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8233000" y="5143500"/>
            <a:ext cx="1819275" cy="2024979"/>
            <a:chOff x="0" y="0"/>
            <a:chExt cx="2425700" cy="2699972"/>
          </a:xfrm>
        </p:grpSpPr>
        <p:sp>
          <p:nvSpPr>
            <p:cNvPr name="TextBox 68" id="68"/>
            <p:cNvSpPr txBox="true"/>
            <p:nvPr/>
          </p:nvSpPr>
          <p:spPr>
            <a:xfrm rot="0">
              <a:off x="0" y="0"/>
              <a:ext cx="24130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 Right </a:t>
              </a:r>
            </a:p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12700" y="993516"/>
              <a:ext cx="2413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Reliable 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information to gui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de your decisions and measure success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9015275" y="3542286"/>
            <a:ext cx="1207226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03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1661319" y="5143500"/>
            <a:ext cx="1819275" cy="1510629"/>
            <a:chOff x="0" y="0"/>
            <a:chExt cx="2425700" cy="2014172"/>
          </a:xfrm>
        </p:grpSpPr>
        <p:sp>
          <p:nvSpPr>
            <p:cNvPr name="TextBox 72" id="72"/>
            <p:cNvSpPr txBox="true"/>
            <p:nvPr/>
          </p:nvSpPr>
          <p:spPr>
            <a:xfrm rot="0">
              <a:off x="0" y="0"/>
              <a:ext cx="24130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The Righ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 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Content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0">
              <a:off x="12700" y="993516"/>
              <a:ext cx="2413000" cy="1020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 l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ibra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ry of assets ready to be used in your campaigns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2443593" y="3542286"/>
            <a:ext cx="1207226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04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5089638" y="5143500"/>
            <a:ext cx="1819275" cy="1767804"/>
            <a:chOff x="0" y="0"/>
            <a:chExt cx="2425700" cy="2357072"/>
          </a:xfrm>
        </p:grpSpPr>
        <p:sp>
          <p:nvSpPr>
            <p:cNvPr name="TextBox 76" id="76"/>
            <p:cNvSpPr txBox="true"/>
            <p:nvPr/>
          </p:nvSpPr>
          <p:spPr>
            <a:xfrm rot="0">
              <a:off x="0" y="0"/>
              <a:ext cx="24130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The Righ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 Budg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et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12700" y="993516"/>
              <a:ext cx="2413000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 financ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ial resources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required to execute your plan effectively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15871912" y="3542286"/>
            <a:ext cx="1207226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5984115" y="6279666"/>
            <a:ext cx="3264665" cy="2692603"/>
            <a:chOff x="0" y="0"/>
            <a:chExt cx="566343" cy="4671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6343" cy="467104"/>
            </a:xfrm>
            <a:custGeom>
              <a:avLst/>
              <a:gdLst/>
              <a:ahLst/>
              <a:cxnLst/>
              <a:rect r="r" b="b" t="t" l="l"/>
              <a:pathLst>
                <a:path h="467104" w="566343">
                  <a:moveTo>
                    <a:pt x="203200" y="0"/>
                  </a:moveTo>
                  <a:lnTo>
                    <a:pt x="566343" y="0"/>
                  </a:lnTo>
                  <a:lnTo>
                    <a:pt x="363143" y="467104"/>
                  </a:lnTo>
                  <a:lnTo>
                    <a:pt x="0" y="46710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A3C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19050"/>
              <a:ext cx="363143" cy="486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5984115" y="3706821"/>
            <a:ext cx="3264665" cy="2692603"/>
            <a:chOff x="0" y="0"/>
            <a:chExt cx="566343" cy="467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6343" cy="467104"/>
            </a:xfrm>
            <a:custGeom>
              <a:avLst/>
              <a:gdLst/>
              <a:ahLst/>
              <a:cxnLst/>
              <a:rect r="r" b="b" t="t" l="l"/>
              <a:pathLst>
                <a:path h="467104" w="566343">
                  <a:moveTo>
                    <a:pt x="363143" y="0"/>
                  </a:moveTo>
                  <a:lnTo>
                    <a:pt x="0" y="0"/>
                  </a:lnTo>
                  <a:lnTo>
                    <a:pt x="203200" y="467104"/>
                  </a:lnTo>
                  <a:lnTo>
                    <a:pt x="566343" y="467104"/>
                  </a:lnTo>
                  <a:lnTo>
                    <a:pt x="363143" y="0"/>
                  </a:ln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19050"/>
              <a:ext cx="363143" cy="486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9039219" y="6279666"/>
            <a:ext cx="3264665" cy="2692603"/>
            <a:chOff x="0" y="0"/>
            <a:chExt cx="566343" cy="4671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6343" cy="467104"/>
            </a:xfrm>
            <a:custGeom>
              <a:avLst/>
              <a:gdLst/>
              <a:ahLst/>
              <a:cxnLst/>
              <a:rect r="r" b="b" t="t" l="l"/>
              <a:pathLst>
                <a:path h="467104" w="566343">
                  <a:moveTo>
                    <a:pt x="363143" y="0"/>
                  </a:moveTo>
                  <a:lnTo>
                    <a:pt x="0" y="0"/>
                  </a:lnTo>
                  <a:lnTo>
                    <a:pt x="203200" y="467104"/>
                  </a:lnTo>
                  <a:lnTo>
                    <a:pt x="566343" y="467104"/>
                  </a:lnTo>
                  <a:lnTo>
                    <a:pt x="363143" y="0"/>
                  </a:lnTo>
                  <a:close/>
                </a:path>
              </a:pathLst>
            </a:custGeom>
            <a:solidFill>
              <a:srgbClr val="18418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19050"/>
              <a:ext cx="363143" cy="486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00000">
            <a:off x="9039219" y="3706821"/>
            <a:ext cx="3264665" cy="2692603"/>
            <a:chOff x="0" y="0"/>
            <a:chExt cx="566343" cy="4671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6343" cy="467104"/>
            </a:xfrm>
            <a:custGeom>
              <a:avLst/>
              <a:gdLst/>
              <a:ahLst/>
              <a:cxnLst/>
              <a:rect r="r" b="b" t="t" l="l"/>
              <a:pathLst>
                <a:path h="467104" w="566343">
                  <a:moveTo>
                    <a:pt x="203200" y="0"/>
                  </a:moveTo>
                  <a:lnTo>
                    <a:pt x="566343" y="0"/>
                  </a:lnTo>
                  <a:lnTo>
                    <a:pt x="363143" y="467104"/>
                  </a:lnTo>
                  <a:lnTo>
                    <a:pt x="0" y="46710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19050"/>
              <a:ext cx="363143" cy="486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410" y="7326793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87410" y="4693609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311648" y="4693609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311648" y="7326793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476500" y="962025"/>
            <a:ext cx="1333500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Market Analysis Framework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76500" y="1618312"/>
            <a:ext cx="13335000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fundamental framework for understanding your market and competitive position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144404" y="3589979"/>
            <a:ext cx="4114896" cy="951230"/>
            <a:chOff x="0" y="0"/>
            <a:chExt cx="5486528" cy="1268307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0"/>
              <a:ext cx="5486528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arget Audience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7833" y="590550"/>
              <a:ext cx="5468695" cy="6777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detailed profile of the ideal customer you want to reach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144404" y="7326793"/>
            <a:ext cx="4114896" cy="951230"/>
            <a:chOff x="0" y="0"/>
            <a:chExt cx="5486528" cy="1268307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0"/>
              <a:ext cx="5486528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</a:t>
              </a: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usin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ess &amp; Products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7833" y="590550"/>
              <a:ext cx="5468695" cy="6777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 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review of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your own offerings and how they fit into the market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31300" y="3742379"/>
            <a:ext cx="4114896" cy="951230"/>
            <a:chOff x="0" y="0"/>
            <a:chExt cx="5486528" cy="1268307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0"/>
              <a:ext cx="5486528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arket Size &amp; Trends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7833" y="590550"/>
              <a:ext cx="5468695" cy="6777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 ove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rall scope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of the market and current key developments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31300" y="7479193"/>
            <a:ext cx="4114896" cy="951230"/>
            <a:chOff x="0" y="0"/>
            <a:chExt cx="5486528" cy="1268307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0"/>
              <a:ext cx="5486528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ompetitor Analysis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7833" y="590550"/>
              <a:ext cx="5468695" cy="6777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An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evaluation of your competitors' strengths and weaknesses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476500" y="9354354"/>
            <a:ext cx="13335000" cy="0"/>
          </a:xfrm>
          <a:prstGeom prst="line">
            <a:avLst/>
          </a:prstGeom>
          <a:ln cap="rnd" w="38100">
            <a:solidFill>
              <a:srgbClr val="BFC1C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5400000">
            <a:off x="2057490" y="2949600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0" y="0"/>
                </a:lnTo>
                <a:lnTo>
                  <a:pt x="838020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52500" y="4172987"/>
            <a:ext cx="3048000" cy="3142016"/>
            <a:chOff x="0" y="0"/>
            <a:chExt cx="622068" cy="6412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2068" cy="641255"/>
            </a:xfrm>
            <a:custGeom>
              <a:avLst/>
              <a:gdLst/>
              <a:ahLst/>
              <a:cxnLst/>
              <a:rect r="r" b="b" t="t" l="l"/>
              <a:pathLst>
                <a:path h="64125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600615"/>
                  </a:lnTo>
                  <a:cubicBezTo>
                    <a:pt x="622068" y="623060"/>
                    <a:pt x="603872" y="641255"/>
                    <a:pt x="581427" y="641255"/>
                  </a:cubicBezTo>
                  <a:lnTo>
                    <a:pt x="40640" y="641255"/>
                  </a:lnTo>
                  <a:cubicBezTo>
                    <a:pt x="29862" y="641255"/>
                    <a:pt x="19525" y="636974"/>
                    <a:pt x="11903" y="629352"/>
                  </a:cubicBezTo>
                  <a:cubicBezTo>
                    <a:pt x="4282" y="621731"/>
                    <a:pt x="0" y="611394"/>
                    <a:pt x="0" y="60061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622068" cy="66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2476500" y="8250743"/>
            <a:ext cx="0" cy="787264"/>
          </a:xfrm>
          <a:prstGeom prst="line">
            <a:avLst/>
          </a:prstGeom>
          <a:ln cap="flat" w="47625">
            <a:solidFill>
              <a:srgbClr val="94D3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" id="8"/>
          <p:cNvGrpSpPr/>
          <p:nvPr/>
        </p:nvGrpSpPr>
        <p:grpSpPr>
          <a:xfrm rot="0">
            <a:off x="1608737" y="7044899"/>
            <a:ext cx="1735525" cy="1491467"/>
            <a:chOff x="0" y="0"/>
            <a:chExt cx="8128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9252" y="0"/>
              <a:ext cx="774295" cy="698500"/>
            </a:xfrm>
            <a:custGeom>
              <a:avLst/>
              <a:gdLst/>
              <a:ahLst/>
              <a:cxnLst/>
              <a:rect r="r" b="b" t="t" l="l"/>
              <a:pathLst>
                <a:path h="698500" w="774295">
                  <a:moveTo>
                    <a:pt x="757655" y="410942"/>
                  </a:moveTo>
                  <a:lnTo>
                    <a:pt x="626241" y="636808"/>
                  </a:lnTo>
                  <a:cubicBezTo>
                    <a:pt x="604019" y="675003"/>
                    <a:pt x="563163" y="698500"/>
                    <a:pt x="518974" y="698500"/>
                  </a:cubicBezTo>
                  <a:lnTo>
                    <a:pt x="255322" y="698500"/>
                  </a:lnTo>
                  <a:cubicBezTo>
                    <a:pt x="211133" y="698500"/>
                    <a:pt x="170277" y="675003"/>
                    <a:pt x="148055" y="636808"/>
                  </a:cubicBezTo>
                  <a:lnTo>
                    <a:pt x="16641" y="410942"/>
                  </a:lnTo>
                  <a:cubicBezTo>
                    <a:pt x="-5546" y="372806"/>
                    <a:pt x="-5546" y="325694"/>
                    <a:pt x="16641" y="287558"/>
                  </a:cubicBezTo>
                  <a:lnTo>
                    <a:pt x="148055" y="61692"/>
                  </a:lnTo>
                  <a:cubicBezTo>
                    <a:pt x="170277" y="23497"/>
                    <a:pt x="211133" y="0"/>
                    <a:pt x="255322" y="0"/>
                  </a:cubicBezTo>
                  <a:lnTo>
                    <a:pt x="518974" y="0"/>
                  </a:lnTo>
                  <a:cubicBezTo>
                    <a:pt x="563163" y="0"/>
                    <a:pt x="604019" y="23497"/>
                    <a:pt x="626241" y="61692"/>
                  </a:cubicBezTo>
                  <a:lnTo>
                    <a:pt x="757655" y="287558"/>
                  </a:lnTo>
                  <a:cubicBezTo>
                    <a:pt x="779842" y="325694"/>
                    <a:pt x="779842" y="372806"/>
                    <a:pt x="757655" y="410942"/>
                  </a:cubicBez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86714" y="9163854"/>
            <a:ext cx="379572" cy="381000"/>
            <a:chOff x="0" y="0"/>
            <a:chExt cx="812800" cy="8158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4D327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5400000">
            <a:off x="5391240" y="2092350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0" y="0"/>
                </a:lnTo>
                <a:lnTo>
                  <a:pt x="838020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286250" y="3315737"/>
            <a:ext cx="3048000" cy="3142016"/>
            <a:chOff x="0" y="0"/>
            <a:chExt cx="622068" cy="6412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2068" cy="641255"/>
            </a:xfrm>
            <a:custGeom>
              <a:avLst/>
              <a:gdLst/>
              <a:ahLst/>
              <a:cxnLst/>
              <a:rect r="r" b="b" t="t" l="l"/>
              <a:pathLst>
                <a:path h="64125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600615"/>
                  </a:lnTo>
                  <a:cubicBezTo>
                    <a:pt x="622068" y="623060"/>
                    <a:pt x="603872" y="641255"/>
                    <a:pt x="581427" y="641255"/>
                  </a:cubicBezTo>
                  <a:lnTo>
                    <a:pt x="40640" y="641255"/>
                  </a:lnTo>
                  <a:cubicBezTo>
                    <a:pt x="29862" y="641255"/>
                    <a:pt x="19525" y="636974"/>
                    <a:pt x="11903" y="629352"/>
                  </a:cubicBezTo>
                  <a:cubicBezTo>
                    <a:pt x="4282" y="621731"/>
                    <a:pt x="0" y="611394"/>
                    <a:pt x="0" y="60061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22068" cy="66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5810250" y="7393493"/>
            <a:ext cx="0" cy="787264"/>
          </a:xfrm>
          <a:prstGeom prst="line">
            <a:avLst/>
          </a:prstGeom>
          <a:ln cap="flat" w="47625">
            <a:solidFill>
              <a:srgbClr val="00C19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9" id="19"/>
          <p:cNvGrpSpPr/>
          <p:nvPr/>
        </p:nvGrpSpPr>
        <p:grpSpPr>
          <a:xfrm rot="0">
            <a:off x="4942487" y="6187649"/>
            <a:ext cx="1735525" cy="1491467"/>
            <a:chOff x="0" y="0"/>
            <a:chExt cx="812800" cy="698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9252" y="0"/>
              <a:ext cx="774295" cy="698500"/>
            </a:xfrm>
            <a:custGeom>
              <a:avLst/>
              <a:gdLst/>
              <a:ahLst/>
              <a:cxnLst/>
              <a:rect r="r" b="b" t="t" l="l"/>
              <a:pathLst>
                <a:path h="698500" w="774295">
                  <a:moveTo>
                    <a:pt x="757655" y="410942"/>
                  </a:moveTo>
                  <a:lnTo>
                    <a:pt x="626241" y="636808"/>
                  </a:lnTo>
                  <a:cubicBezTo>
                    <a:pt x="604019" y="675003"/>
                    <a:pt x="563163" y="698500"/>
                    <a:pt x="518974" y="698500"/>
                  </a:cubicBezTo>
                  <a:lnTo>
                    <a:pt x="255322" y="698500"/>
                  </a:lnTo>
                  <a:cubicBezTo>
                    <a:pt x="211133" y="698500"/>
                    <a:pt x="170277" y="675003"/>
                    <a:pt x="148055" y="636808"/>
                  </a:cubicBezTo>
                  <a:lnTo>
                    <a:pt x="16641" y="410942"/>
                  </a:lnTo>
                  <a:cubicBezTo>
                    <a:pt x="-5546" y="372806"/>
                    <a:pt x="-5546" y="325694"/>
                    <a:pt x="16641" y="287558"/>
                  </a:cubicBezTo>
                  <a:lnTo>
                    <a:pt x="148055" y="61692"/>
                  </a:lnTo>
                  <a:cubicBezTo>
                    <a:pt x="170277" y="23497"/>
                    <a:pt x="211133" y="0"/>
                    <a:pt x="255322" y="0"/>
                  </a:cubicBezTo>
                  <a:lnTo>
                    <a:pt x="518974" y="0"/>
                  </a:lnTo>
                  <a:cubicBezTo>
                    <a:pt x="563163" y="0"/>
                    <a:pt x="604019" y="23497"/>
                    <a:pt x="626241" y="61692"/>
                  </a:cubicBezTo>
                  <a:lnTo>
                    <a:pt x="757655" y="287558"/>
                  </a:lnTo>
                  <a:cubicBezTo>
                    <a:pt x="779842" y="325694"/>
                    <a:pt x="779842" y="372806"/>
                    <a:pt x="757655" y="410942"/>
                  </a:cubicBezTo>
                  <a:close/>
                </a:path>
              </a:pathLst>
            </a:custGeom>
            <a:solidFill>
              <a:srgbClr val="00C19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620464" y="8306604"/>
            <a:ext cx="379572" cy="381000"/>
            <a:chOff x="0" y="0"/>
            <a:chExt cx="812800" cy="81585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197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5400000">
            <a:off x="8724990" y="1806600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0" y="0"/>
                </a:lnTo>
                <a:lnTo>
                  <a:pt x="838020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7620000" y="3029987"/>
            <a:ext cx="3048000" cy="3142016"/>
            <a:chOff x="0" y="0"/>
            <a:chExt cx="622068" cy="64125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22068" cy="641255"/>
            </a:xfrm>
            <a:custGeom>
              <a:avLst/>
              <a:gdLst/>
              <a:ahLst/>
              <a:cxnLst/>
              <a:rect r="r" b="b" t="t" l="l"/>
              <a:pathLst>
                <a:path h="64125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600615"/>
                  </a:lnTo>
                  <a:cubicBezTo>
                    <a:pt x="622068" y="623060"/>
                    <a:pt x="603872" y="641255"/>
                    <a:pt x="581427" y="641255"/>
                  </a:cubicBezTo>
                  <a:lnTo>
                    <a:pt x="40640" y="641255"/>
                  </a:lnTo>
                  <a:cubicBezTo>
                    <a:pt x="29862" y="641255"/>
                    <a:pt x="19525" y="636974"/>
                    <a:pt x="11903" y="629352"/>
                  </a:cubicBezTo>
                  <a:cubicBezTo>
                    <a:pt x="4282" y="621731"/>
                    <a:pt x="0" y="611394"/>
                    <a:pt x="0" y="60061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622068" cy="66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29" id="29"/>
          <p:cNvSpPr/>
          <p:nvPr/>
        </p:nvSpPr>
        <p:spPr>
          <a:xfrm>
            <a:off x="9144000" y="7107743"/>
            <a:ext cx="0" cy="787264"/>
          </a:xfrm>
          <a:prstGeom prst="line">
            <a:avLst/>
          </a:prstGeom>
          <a:ln cap="flat" w="47625">
            <a:solidFill>
              <a:srgbClr val="00A3C4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8276237" y="5901899"/>
            <a:ext cx="1735525" cy="1491467"/>
            <a:chOff x="0" y="0"/>
            <a:chExt cx="812800" cy="698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9252" y="0"/>
              <a:ext cx="774295" cy="698500"/>
            </a:xfrm>
            <a:custGeom>
              <a:avLst/>
              <a:gdLst/>
              <a:ahLst/>
              <a:cxnLst/>
              <a:rect r="r" b="b" t="t" l="l"/>
              <a:pathLst>
                <a:path h="698500" w="774295">
                  <a:moveTo>
                    <a:pt x="757655" y="410942"/>
                  </a:moveTo>
                  <a:lnTo>
                    <a:pt x="626241" y="636808"/>
                  </a:lnTo>
                  <a:cubicBezTo>
                    <a:pt x="604019" y="675003"/>
                    <a:pt x="563163" y="698500"/>
                    <a:pt x="518974" y="698500"/>
                  </a:cubicBezTo>
                  <a:lnTo>
                    <a:pt x="255322" y="698500"/>
                  </a:lnTo>
                  <a:cubicBezTo>
                    <a:pt x="211133" y="698500"/>
                    <a:pt x="170277" y="675003"/>
                    <a:pt x="148055" y="636808"/>
                  </a:cubicBezTo>
                  <a:lnTo>
                    <a:pt x="16641" y="410942"/>
                  </a:lnTo>
                  <a:cubicBezTo>
                    <a:pt x="-5546" y="372806"/>
                    <a:pt x="-5546" y="325694"/>
                    <a:pt x="16641" y="287558"/>
                  </a:cubicBezTo>
                  <a:lnTo>
                    <a:pt x="148055" y="61692"/>
                  </a:lnTo>
                  <a:cubicBezTo>
                    <a:pt x="170277" y="23497"/>
                    <a:pt x="211133" y="0"/>
                    <a:pt x="255322" y="0"/>
                  </a:cubicBezTo>
                  <a:lnTo>
                    <a:pt x="518974" y="0"/>
                  </a:lnTo>
                  <a:cubicBezTo>
                    <a:pt x="563163" y="0"/>
                    <a:pt x="604019" y="23497"/>
                    <a:pt x="626241" y="61692"/>
                  </a:cubicBezTo>
                  <a:lnTo>
                    <a:pt x="757655" y="287558"/>
                  </a:lnTo>
                  <a:cubicBezTo>
                    <a:pt x="779842" y="325694"/>
                    <a:pt x="779842" y="372806"/>
                    <a:pt x="757655" y="410942"/>
                  </a:cubicBezTo>
                  <a:close/>
                </a:path>
              </a:pathLst>
            </a:custGeom>
            <a:solidFill>
              <a:srgbClr val="00A3C4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954214" y="8020854"/>
            <a:ext cx="379572" cy="381000"/>
            <a:chOff x="0" y="0"/>
            <a:chExt cx="812800" cy="81585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3C4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5400000">
            <a:off x="12058740" y="2092350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0" y="0"/>
                </a:lnTo>
                <a:lnTo>
                  <a:pt x="838020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0953750" y="3315737"/>
            <a:ext cx="3048000" cy="3142016"/>
            <a:chOff x="0" y="0"/>
            <a:chExt cx="622068" cy="64125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2068" cy="641255"/>
            </a:xfrm>
            <a:custGeom>
              <a:avLst/>
              <a:gdLst/>
              <a:ahLst/>
              <a:cxnLst/>
              <a:rect r="r" b="b" t="t" l="l"/>
              <a:pathLst>
                <a:path h="64125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600615"/>
                  </a:lnTo>
                  <a:cubicBezTo>
                    <a:pt x="622068" y="623060"/>
                    <a:pt x="603872" y="641255"/>
                    <a:pt x="581427" y="641255"/>
                  </a:cubicBezTo>
                  <a:lnTo>
                    <a:pt x="40640" y="641255"/>
                  </a:lnTo>
                  <a:cubicBezTo>
                    <a:pt x="29862" y="641255"/>
                    <a:pt x="19525" y="636974"/>
                    <a:pt x="11903" y="629352"/>
                  </a:cubicBezTo>
                  <a:cubicBezTo>
                    <a:pt x="4282" y="621731"/>
                    <a:pt x="0" y="611394"/>
                    <a:pt x="0" y="60061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622068" cy="66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40" id="40"/>
          <p:cNvSpPr/>
          <p:nvPr/>
        </p:nvSpPr>
        <p:spPr>
          <a:xfrm>
            <a:off x="12477750" y="7393493"/>
            <a:ext cx="0" cy="787264"/>
          </a:xfrm>
          <a:prstGeom prst="line">
            <a:avLst/>
          </a:prstGeom>
          <a:ln cap="flat" w="47625">
            <a:solidFill>
              <a:srgbClr val="007B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1" id="41"/>
          <p:cNvGrpSpPr/>
          <p:nvPr/>
        </p:nvGrpSpPr>
        <p:grpSpPr>
          <a:xfrm rot="0">
            <a:off x="11609987" y="6187649"/>
            <a:ext cx="1735525" cy="1491467"/>
            <a:chOff x="0" y="0"/>
            <a:chExt cx="812800" cy="6985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9252" y="0"/>
              <a:ext cx="774295" cy="698500"/>
            </a:xfrm>
            <a:custGeom>
              <a:avLst/>
              <a:gdLst/>
              <a:ahLst/>
              <a:cxnLst/>
              <a:rect r="r" b="b" t="t" l="l"/>
              <a:pathLst>
                <a:path h="698500" w="774295">
                  <a:moveTo>
                    <a:pt x="757655" y="410942"/>
                  </a:moveTo>
                  <a:lnTo>
                    <a:pt x="626241" y="636808"/>
                  </a:lnTo>
                  <a:cubicBezTo>
                    <a:pt x="604019" y="675003"/>
                    <a:pt x="563163" y="698500"/>
                    <a:pt x="518974" y="698500"/>
                  </a:cubicBezTo>
                  <a:lnTo>
                    <a:pt x="255322" y="698500"/>
                  </a:lnTo>
                  <a:cubicBezTo>
                    <a:pt x="211133" y="698500"/>
                    <a:pt x="170277" y="675003"/>
                    <a:pt x="148055" y="636808"/>
                  </a:cubicBezTo>
                  <a:lnTo>
                    <a:pt x="16641" y="410942"/>
                  </a:lnTo>
                  <a:cubicBezTo>
                    <a:pt x="-5546" y="372806"/>
                    <a:pt x="-5546" y="325694"/>
                    <a:pt x="16641" y="287558"/>
                  </a:cubicBezTo>
                  <a:lnTo>
                    <a:pt x="148055" y="61692"/>
                  </a:lnTo>
                  <a:cubicBezTo>
                    <a:pt x="170277" y="23497"/>
                    <a:pt x="211133" y="0"/>
                    <a:pt x="255322" y="0"/>
                  </a:cubicBezTo>
                  <a:lnTo>
                    <a:pt x="518974" y="0"/>
                  </a:lnTo>
                  <a:cubicBezTo>
                    <a:pt x="563163" y="0"/>
                    <a:pt x="604019" y="23497"/>
                    <a:pt x="626241" y="61692"/>
                  </a:cubicBezTo>
                  <a:lnTo>
                    <a:pt x="757655" y="287558"/>
                  </a:lnTo>
                  <a:cubicBezTo>
                    <a:pt x="779842" y="325694"/>
                    <a:pt x="779842" y="372806"/>
                    <a:pt x="757655" y="410942"/>
                  </a:cubicBez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287964" y="8306604"/>
            <a:ext cx="379572" cy="381000"/>
            <a:chOff x="0" y="0"/>
            <a:chExt cx="812800" cy="81585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BFF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5400000">
            <a:off x="15392490" y="2949600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0" y="0"/>
                </a:lnTo>
                <a:lnTo>
                  <a:pt x="838020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4287500" y="4172987"/>
            <a:ext cx="3048000" cy="3142016"/>
            <a:chOff x="0" y="0"/>
            <a:chExt cx="622068" cy="64125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22068" cy="641255"/>
            </a:xfrm>
            <a:custGeom>
              <a:avLst/>
              <a:gdLst/>
              <a:ahLst/>
              <a:cxnLst/>
              <a:rect r="r" b="b" t="t" l="l"/>
              <a:pathLst>
                <a:path h="64125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600615"/>
                  </a:lnTo>
                  <a:cubicBezTo>
                    <a:pt x="622068" y="623060"/>
                    <a:pt x="603872" y="641255"/>
                    <a:pt x="581427" y="641255"/>
                  </a:cubicBezTo>
                  <a:lnTo>
                    <a:pt x="40640" y="641255"/>
                  </a:lnTo>
                  <a:cubicBezTo>
                    <a:pt x="29862" y="641255"/>
                    <a:pt x="19525" y="636974"/>
                    <a:pt x="11903" y="629352"/>
                  </a:cubicBezTo>
                  <a:cubicBezTo>
                    <a:pt x="4282" y="621731"/>
                    <a:pt x="0" y="611394"/>
                    <a:pt x="0" y="60061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622068" cy="66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51" id="51"/>
          <p:cNvSpPr/>
          <p:nvPr/>
        </p:nvSpPr>
        <p:spPr>
          <a:xfrm>
            <a:off x="15811500" y="8250743"/>
            <a:ext cx="0" cy="787264"/>
          </a:xfrm>
          <a:prstGeom prst="line">
            <a:avLst/>
          </a:prstGeom>
          <a:ln cap="flat" w="47625">
            <a:solidFill>
              <a:srgbClr val="175DC5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2" id="52"/>
          <p:cNvGrpSpPr/>
          <p:nvPr/>
        </p:nvGrpSpPr>
        <p:grpSpPr>
          <a:xfrm rot="0">
            <a:off x="14943737" y="7044899"/>
            <a:ext cx="1735525" cy="1491467"/>
            <a:chOff x="0" y="0"/>
            <a:chExt cx="812800" cy="6985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9252" y="0"/>
              <a:ext cx="774295" cy="698500"/>
            </a:xfrm>
            <a:custGeom>
              <a:avLst/>
              <a:gdLst/>
              <a:ahLst/>
              <a:cxnLst/>
              <a:rect r="r" b="b" t="t" l="l"/>
              <a:pathLst>
                <a:path h="698500" w="774295">
                  <a:moveTo>
                    <a:pt x="757655" y="410942"/>
                  </a:moveTo>
                  <a:lnTo>
                    <a:pt x="626241" y="636808"/>
                  </a:lnTo>
                  <a:cubicBezTo>
                    <a:pt x="604019" y="675003"/>
                    <a:pt x="563163" y="698500"/>
                    <a:pt x="518974" y="698500"/>
                  </a:cubicBezTo>
                  <a:lnTo>
                    <a:pt x="255322" y="698500"/>
                  </a:lnTo>
                  <a:cubicBezTo>
                    <a:pt x="211133" y="698500"/>
                    <a:pt x="170277" y="675003"/>
                    <a:pt x="148055" y="636808"/>
                  </a:cubicBezTo>
                  <a:lnTo>
                    <a:pt x="16641" y="410942"/>
                  </a:lnTo>
                  <a:cubicBezTo>
                    <a:pt x="-5546" y="372806"/>
                    <a:pt x="-5546" y="325694"/>
                    <a:pt x="16641" y="287558"/>
                  </a:cubicBezTo>
                  <a:lnTo>
                    <a:pt x="148055" y="61692"/>
                  </a:lnTo>
                  <a:cubicBezTo>
                    <a:pt x="170277" y="23497"/>
                    <a:pt x="211133" y="0"/>
                    <a:pt x="255322" y="0"/>
                  </a:cubicBezTo>
                  <a:lnTo>
                    <a:pt x="518974" y="0"/>
                  </a:lnTo>
                  <a:cubicBezTo>
                    <a:pt x="563163" y="0"/>
                    <a:pt x="604019" y="23497"/>
                    <a:pt x="626241" y="61692"/>
                  </a:cubicBezTo>
                  <a:lnTo>
                    <a:pt x="757655" y="287558"/>
                  </a:lnTo>
                  <a:cubicBezTo>
                    <a:pt x="779842" y="325694"/>
                    <a:pt x="779842" y="372806"/>
                    <a:pt x="757655" y="410942"/>
                  </a:cubicBezTo>
                  <a:close/>
                </a:path>
              </a:pathLst>
            </a:custGeom>
            <a:solidFill>
              <a:srgbClr val="175DC5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5621714" y="9163854"/>
            <a:ext cx="379572" cy="381000"/>
            <a:chOff x="0" y="0"/>
            <a:chExt cx="812800" cy="81585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5DC5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15506700" y="7485832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8839200" y="6342832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5505450" y="6628582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2198477" y="6628582"/>
            <a:ext cx="558546" cy="609600"/>
          </a:xfrm>
          <a:custGeom>
            <a:avLst/>
            <a:gdLst/>
            <a:ahLst/>
            <a:cxnLst/>
            <a:rect r="r" b="b" t="t" l="l"/>
            <a:pathLst>
              <a:path h="609600" w="558546">
                <a:moveTo>
                  <a:pt x="0" y="0"/>
                </a:moveTo>
                <a:lnTo>
                  <a:pt x="558546" y="0"/>
                </a:lnTo>
                <a:lnTo>
                  <a:pt x="558546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2171700" y="7485832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1571625" y="4558353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Fo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undati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on &amp; Growth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571625" y="5298728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cus on building brand awareness and acquiring initial customers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905375" y="3701103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Expan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si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on &amp; Optimization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4905375" y="4441478"/>
            <a:ext cx="1809750" cy="128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Expand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into new channels and optimize existing campaigns for better results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239125" y="3415353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Marke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 L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eadership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8239125" y="4155728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Bec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ome a trusted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voice in the industry and grow your market share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572875" y="3701103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Inn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ovation &amp; Diversification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572875" y="4441478"/>
            <a:ext cx="1809750" cy="770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Expl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ore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new technologies and new product lines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4906625" y="4558353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ust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ain &amp; </a:t>
            </a:r>
          </a:p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Scale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4906625" y="5298728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intain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growth and scale your marketing efforts efficiently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2476500" y="962025"/>
            <a:ext cx="1333500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Your Strategic Roadmap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476500" y="1618312"/>
            <a:ext cx="13335000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long-term view of your marketing goals and key milestones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5157500" y="5421315"/>
            <a:ext cx="1395946" cy="682674"/>
          </a:xfrm>
          <a:prstGeom prst="line">
            <a:avLst/>
          </a:prstGeom>
          <a:ln cap="flat" w="38100">
            <a:solidFill>
              <a:srgbClr val="BFC1C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11770766" y="5421315"/>
            <a:ext cx="1359061" cy="682674"/>
          </a:xfrm>
          <a:prstGeom prst="line">
            <a:avLst/>
          </a:prstGeom>
          <a:ln cap="flat" w="38100">
            <a:solidFill>
              <a:srgbClr val="BFC1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058733" y="4938619"/>
            <a:ext cx="2170534" cy="1627900"/>
            <a:chOff x="0" y="0"/>
            <a:chExt cx="8128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5936" y="0"/>
              <a:ext cx="780928" cy="609600"/>
            </a:xfrm>
            <a:custGeom>
              <a:avLst/>
              <a:gdLst/>
              <a:ahLst/>
              <a:cxnLst/>
              <a:rect r="r" b="b" t="t" l="l"/>
              <a:pathLst>
                <a:path h="609600" w="780928">
                  <a:moveTo>
                    <a:pt x="244333" y="0"/>
                  </a:moveTo>
                  <a:lnTo>
                    <a:pt x="536595" y="0"/>
                  </a:lnTo>
                  <a:cubicBezTo>
                    <a:pt x="570676" y="0"/>
                    <a:pt x="600933" y="21808"/>
                    <a:pt x="611711" y="54141"/>
                  </a:cubicBezTo>
                  <a:lnTo>
                    <a:pt x="778817" y="555459"/>
                  </a:lnTo>
                  <a:cubicBezTo>
                    <a:pt x="782998" y="568003"/>
                    <a:pt x="780895" y="581792"/>
                    <a:pt x="773164" y="592518"/>
                  </a:cubicBezTo>
                  <a:cubicBezTo>
                    <a:pt x="765433" y="603244"/>
                    <a:pt x="753017" y="609600"/>
                    <a:pt x="739795" y="609600"/>
                  </a:cubicBezTo>
                  <a:lnTo>
                    <a:pt x="41133" y="609600"/>
                  </a:lnTo>
                  <a:cubicBezTo>
                    <a:pt x="27911" y="609600"/>
                    <a:pt x="15495" y="603244"/>
                    <a:pt x="7764" y="592518"/>
                  </a:cubicBezTo>
                  <a:cubicBezTo>
                    <a:pt x="33" y="581792"/>
                    <a:pt x="-2070" y="568003"/>
                    <a:pt x="2111" y="555459"/>
                  </a:cubicBezTo>
                  <a:lnTo>
                    <a:pt x="169217" y="54141"/>
                  </a:lnTo>
                  <a:cubicBezTo>
                    <a:pt x="179995" y="21808"/>
                    <a:pt x="210252" y="0"/>
                    <a:pt x="244333" y="0"/>
                  </a:cubicBezTo>
                  <a:close/>
                </a:path>
              </a:pathLst>
            </a:custGeom>
            <a:solidFill>
              <a:srgbClr val="00A3C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-19050"/>
              <a:ext cx="5588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2700000">
            <a:off x="5755261" y="3984489"/>
            <a:ext cx="2170534" cy="1627900"/>
            <a:chOff x="0" y="0"/>
            <a:chExt cx="812800" cy="609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5936" y="0"/>
              <a:ext cx="780928" cy="609600"/>
            </a:xfrm>
            <a:custGeom>
              <a:avLst/>
              <a:gdLst/>
              <a:ahLst/>
              <a:cxnLst/>
              <a:rect r="r" b="b" t="t" l="l"/>
              <a:pathLst>
                <a:path h="609600" w="780928">
                  <a:moveTo>
                    <a:pt x="244333" y="0"/>
                  </a:moveTo>
                  <a:lnTo>
                    <a:pt x="536595" y="0"/>
                  </a:lnTo>
                  <a:cubicBezTo>
                    <a:pt x="570676" y="0"/>
                    <a:pt x="600933" y="21808"/>
                    <a:pt x="611711" y="54141"/>
                  </a:cubicBezTo>
                  <a:lnTo>
                    <a:pt x="778817" y="555459"/>
                  </a:lnTo>
                  <a:cubicBezTo>
                    <a:pt x="782998" y="568003"/>
                    <a:pt x="780895" y="581792"/>
                    <a:pt x="773164" y="592518"/>
                  </a:cubicBezTo>
                  <a:cubicBezTo>
                    <a:pt x="765433" y="603244"/>
                    <a:pt x="753017" y="609600"/>
                    <a:pt x="739795" y="609600"/>
                  </a:cubicBezTo>
                  <a:lnTo>
                    <a:pt x="41133" y="609600"/>
                  </a:lnTo>
                  <a:cubicBezTo>
                    <a:pt x="27911" y="609600"/>
                    <a:pt x="15495" y="603244"/>
                    <a:pt x="7764" y="592518"/>
                  </a:cubicBezTo>
                  <a:cubicBezTo>
                    <a:pt x="33" y="581792"/>
                    <a:pt x="-2070" y="568003"/>
                    <a:pt x="2111" y="555459"/>
                  </a:cubicBezTo>
                  <a:lnTo>
                    <a:pt x="169217" y="54141"/>
                  </a:lnTo>
                  <a:cubicBezTo>
                    <a:pt x="179995" y="21808"/>
                    <a:pt x="210252" y="0"/>
                    <a:pt x="244333" y="0"/>
                  </a:cubicBezTo>
                  <a:close/>
                </a:path>
              </a:pathLst>
            </a:custGeom>
            <a:solidFill>
              <a:srgbClr val="00C19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-19050"/>
              <a:ext cx="5588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5400000">
            <a:off x="4801131" y="1681017"/>
            <a:ext cx="2170534" cy="1627900"/>
            <a:chOff x="0" y="0"/>
            <a:chExt cx="812800" cy="60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5936" y="0"/>
              <a:ext cx="780928" cy="609600"/>
            </a:xfrm>
            <a:custGeom>
              <a:avLst/>
              <a:gdLst/>
              <a:ahLst/>
              <a:cxnLst/>
              <a:rect r="r" b="b" t="t" l="l"/>
              <a:pathLst>
                <a:path h="609600" w="780928">
                  <a:moveTo>
                    <a:pt x="244333" y="0"/>
                  </a:moveTo>
                  <a:lnTo>
                    <a:pt x="536595" y="0"/>
                  </a:lnTo>
                  <a:cubicBezTo>
                    <a:pt x="570676" y="0"/>
                    <a:pt x="600933" y="21808"/>
                    <a:pt x="611711" y="54141"/>
                  </a:cubicBezTo>
                  <a:lnTo>
                    <a:pt x="778817" y="555459"/>
                  </a:lnTo>
                  <a:cubicBezTo>
                    <a:pt x="782998" y="568003"/>
                    <a:pt x="780895" y="581792"/>
                    <a:pt x="773164" y="592518"/>
                  </a:cubicBezTo>
                  <a:cubicBezTo>
                    <a:pt x="765433" y="603244"/>
                    <a:pt x="753017" y="609600"/>
                    <a:pt x="739795" y="609600"/>
                  </a:cubicBezTo>
                  <a:lnTo>
                    <a:pt x="41133" y="609600"/>
                  </a:lnTo>
                  <a:cubicBezTo>
                    <a:pt x="27911" y="609600"/>
                    <a:pt x="15495" y="603244"/>
                    <a:pt x="7764" y="592518"/>
                  </a:cubicBezTo>
                  <a:cubicBezTo>
                    <a:pt x="33" y="581792"/>
                    <a:pt x="-2070" y="568003"/>
                    <a:pt x="2111" y="555459"/>
                  </a:cubicBezTo>
                  <a:lnTo>
                    <a:pt x="169217" y="54141"/>
                  </a:lnTo>
                  <a:cubicBezTo>
                    <a:pt x="179995" y="21808"/>
                    <a:pt x="210252" y="0"/>
                    <a:pt x="244333" y="0"/>
                  </a:cubicBez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-19050"/>
              <a:ext cx="5588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 flipH="true" flipV="true">
            <a:off x="13074902" y="2572144"/>
            <a:ext cx="875868" cy="682674"/>
          </a:xfrm>
          <a:prstGeom prst="line">
            <a:avLst/>
          </a:prstGeom>
          <a:ln cap="flat" w="38100">
            <a:solidFill>
              <a:srgbClr val="BFC1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-5400000">
            <a:off x="11316335" y="1681017"/>
            <a:ext cx="2170534" cy="1627900"/>
            <a:chOff x="0" y="0"/>
            <a:chExt cx="8128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5936" y="0"/>
              <a:ext cx="780928" cy="609600"/>
            </a:xfrm>
            <a:custGeom>
              <a:avLst/>
              <a:gdLst/>
              <a:ahLst/>
              <a:cxnLst/>
              <a:rect r="r" b="b" t="t" l="l"/>
              <a:pathLst>
                <a:path h="609600" w="780928">
                  <a:moveTo>
                    <a:pt x="244333" y="0"/>
                  </a:moveTo>
                  <a:lnTo>
                    <a:pt x="536595" y="0"/>
                  </a:lnTo>
                  <a:cubicBezTo>
                    <a:pt x="570676" y="0"/>
                    <a:pt x="600933" y="21808"/>
                    <a:pt x="611711" y="54141"/>
                  </a:cubicBezTo>
                  <a:lnTo>
                    <a:pt x="778817" y="555459"/>
                  </a:lnTo>
                  <a:cubicBezTo>
                    <a:pt x="782998" y="568003"/>
                    <a:pt x="780895" y="581792"/>
                    <a:pt x="773164" y="592518"/>
                  </a:cubicBezTo>
                  <a:cubicBezTo>
                    <a:pt x="765433" y="603244"/>
                    <a:pt x="753017" y="609600"/>
                    <a:pt x="739795" y="609600"/>
                  </a:cubicBezTo>
                  <a:lnTo>
                    <a:pt x="41133" y="609600"/>
                  </a:lnTo>
                  <a:cubicBezTo>
                    <a:pt x="27911" y="609600"/>
                    <a:pt x="15495" y="603244"/>
                    <a:pt x="7764" y="592518"/>
                  </a:cubicBezTo>
                  <a:cubicBezTo>
                    <a:pt x="33" y="581792"/>
                    <a:pt x="-2070" y="568003"/>
                    <a:pt x="2111" y="555459"/>
                  </a:cubicBezTo>
                  <a:lnTo>
                    <a:pt x="169217" y="54141"/>
                  </a:lnTo>
                  <a:cubicBezTo>
                    <a:pt x="179995" y="21808"/>
                    <a:pt x="210252" y="0"/>
                    <a:pt x="244333" y="0"/>
                  </a:cubicBezTo>
                  <a:close/>
                </a:path>
              </a:pathLst>
            </a:custGeom>
            <a:solidFill>
              <a:srgbClr val="175DC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-19050"/>
              <a:ext cx="5588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700000">
            <a:off x="10362206" y="3984489"/>
            <a:ext cx="2170534" cy="1627900"/>
            <a:chOff x="0" y="0"/>
            <a:chExt cx="812800" cy="60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5936" y="0"/>
              <a:ext cx="780928" cy="609600"/>
            </a:xfrm>
            <a:custGeom>
              <a:avLst/>
              <a:gdLst/>
              <a:ahLst/>
              <a:cxnLst/>
              <a:rect r="r" b="b" t="t" l="l"/>
              <a:pathLst>
                <a:path h="609600" w="780928">
                  <a:moveTo>
                    <a:pt x="244333" y="0"/>
                  </a:moveTo>
                  <a:lnTo>
                    <a:pt x="536595" y="0"/>
                  </a:lnTo>
                  <a:cubicBezTo>
                    <a:pt x="570676" y="0"/>
                    <a:pt x="600933" y="21808"/>
                    <a:pt x="611711" y="54141"/>
                  </a:cubicBezTo>
                  <a:lnTo>
                    <a:pt x="778817" y="555459"/>
                  </a:lnTo>
                  <a:cubicBezTo>
                    <a:pt x="782998" y="568003"/>
                    <a:pt x="780895" y="581792"/>
                    <a:pt x="773164" y="592518"/>
                  </a:cubicBezTo>
                  <a:cubicBezTo>
                    <a:pt x="765433" y="603244"/>
                    <a:pt x="753017" y="609600"/>
                    <a:pt x="739795" y="609600"/>
                  </a:cubicBezTo>
                  <a:lnTo>
                    <a:pt x="41133" y="609600"/>
                  </a:lnTo>
                  <a:cubicBezTo>
                    <a:pt x="27911" y="609600"/>
                    <a:pt x="15495" y="603244"/>
                    <a:pt x="7764" y="592518"/>
                  </a:cubicBezTo>
                  <a:cubicBezTo>
                    <a:pt x="33" y="581792"/>
                    <a:pt x="-2070" y="568003"/>
                    <a:pt x="2111" y="555459"/>
                  </a:cubicBezTo>
                  <a:lnTo>
                    <a:pt x="169217" y="54141"/>
                  </a:lnTo>
                  <a:cubicBezTo>
                    <a:pt x="179995" y="21808"/>
                    <a:pt x="210252" y="0"/>
                    <a:pt x="244333" y="0"/>
                  </a:cubicBez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-19050"/>
              <a:ext cx="5588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242291" y="593258"/>
            <a:ext cx="3803418" cy="380341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97704" y="23029"/>
                  </a:moveTo>
                  <a:lnTo>
                    <a:pt x="789771" y="215096"/>
                  </a:lnTo>
                  <a:cubicBezTo>
                    <a:pt x="804516" y="229841"/>
                    <a:pt x="812800" y="249840"/>
                    <a:pt x="812800" y="270693"/>
                  </a:cubicBezTo>
                  <a:lnTo>
                    <a:pt x="812800" y="542107"/>
                  </a:lnTo>
                  <a:cubicBezTo>
                    <a:pt x="812800" y="562960"/>
                    <a:pt x="804516" y="582959"/>
                    <a:pt x="789771" y="597704"/>
                  </a:cubicBezTo>
                  <a:lnTo>
                    <a:pt x="597704" y="789771"/>
                  </a:lnTo>
                  <a:cubicBezTo>
                    <a:pt x="582959" y="804516"/>
                    <a:pt x="562960" y="812800"/>
                    <a:pt x="542107" y="812800"/>
                  </a:cubicBezTo>
                  <a:lnTo>
                    <a:pt x="270693" y="812800"/>
                  </a:lnTo>
                  <a:cubicBezTo>
                    <a:pt x="249840" y="812800"/>
                    <a:pt x="229841" y="804516"/>
                    <a:pt x="215096" y="789771"/>
                  </a:cubicBezTo>
                  <a:lnTo>
                    <a:pt x="23029" y="597704"/>
                  </a:lnTo>
                  <a:cubicBezTo>
                    <a:pt x="8284" y="582959"/>
                    <a:pt x="0" y="562960"/>
                    <a:pt x="0" y="542107"/>
                  </a:cubicBezTo>
                  <a:lnTo>
                    <a:pt x="0" y="270693"/>
                  </a:lnTo>
                  <a:cubicBezTo>
                    <a:pt x="0" y="249840"/>
                    <a:pt x="8284" y="229841"/>
                    <a:pt x="23029" y="215096"/>
                  </a:cubicBezTo>
                  <a:lnTo>
                    <a:pt x="215096" y="23029"/>
                  </a:lnTo>
                  <a:cubicBezTo>
                    <a:pt x="229841" y="8284"/>
                    <a:pt x="249840" y="0"/>
                    <a:pt x="270693" y="0"/>
                  </a:cubicBezTo>
                  <a:lnTo>
                    <a:pt x="542107" y="0"/>
                  </a:lnTo>
                  <a:cubicBezTo>
                    <a:pt x="562960" y="0"/>
                    <a:pt x="582959" y="8284"/>
                    <a:pt x="597704" y="2302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63500" y="44450"/>
              <a:ext cx="685800" cy="704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 flipV="true">
            <a:off x="4337743" y="2572144"/>
            <a:ext cx="734705" cy="682674"/>
          </a:xfrm>
          <a:prstGeom prst="line">
            <a:avLst/>
          </a:prstGeom>
          <a:ln cap="flat" w="38100">
            <a:solidFill>
              <a:srgbClr val="BFC1C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9163050" y="6566519"/>
            <a:ext cx="0" cy="645487"/>
          </a:xfrm>
          <a:prstGeom prst="line">
            <a:avLst/>
          </a:prstGeom>
          <a:ln cap="flat" w="38100">
            <a:solidFill>
              <a:srgbClr val="BFC1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4147957" y="3064319"/>
            <a:ext cx="379572" cy="381000"/>
            <a:chOff x="0" y="0"/>
            <a:chExt cx="812800" cy="81585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4D327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760984" y="3064319"/>
            <a:ext cx="379572" cy="381000"/>
            <a:chOff x="0" y="0"/>
            <a:chExt cx="812800" cy="8158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5DC5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967714" y="5913489"/>
            <a:ext cx="379572" cy="381000"/>
            <a:chOff x="0" y="0"/>
            <a:chExt cx="812800" cy="81585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197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940041" y="5913489"/>
            <a:ext cx="379572" cy="381000"/>
            <a:chOff x="0" y="0"/>
            <a:chExt cx="812800" cy="81585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BFF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954214" y="7031031"/>
            <a:ext cx="379572" cy="381000"/>
            <a:chOff x="0" y="0"/>
            <a:chExt cx="812800" cy="81585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3C4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2700000">
            <a:off x="5275651" y="1999716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6"/>
                </a:lnTo>
                <a:lnTo>
                  <a:pt x="0" y="1144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2700000">
            <a:off x="11824760" y="1999716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6"/>
                </a:lnTo>
                <a:lnTo>
                  <a:pt x="0" y="1144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2700000">
            <a:off x="6275782" y="4303532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6"/>
                </a:lnTo>
                <a:lnTo>
                  <a:pt x="0" y="1144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2700000">
            <a:off x="10906804" y="4303532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7" y="0"/>
                </a:lnTo>
                <a:lnTo>
                  <a:pt x="1144857" y="1144856"/>
                </a:lnTo>
                <a:lnTo>
                  <a:pt x="0" y="1144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5657484" y="2216699"/>
            <a:ext cx="381190" cy="457200"/>
          </a:xfrm>
          <a:custGeom>
            <a:avLst/>
            <a:gdLst/>
            <a:ahLst/>
            <a:cxnLst/>
            <a:rect r="r" b="b" t="t" l="l"/>
            <a:pathLst>
              <a:path h="457200" w="381190">
                <a:moveTo>
                  <a:pt x="0" y="0"/>
                </a:moveTo>
                <a:lnTo>
                  <a:pt x="381190" y="0"/>
                </a:lnTo>
                <a:lnTo>
                  <a:pt x="38119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6611927" y="4569839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2700000">
            <a:off x="8571572" y="5175726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7"/>
                </a:lnTo>
                <a:lnTo>
                  <a:pt x="0" y="1144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8905565" y="5421315"/>
            <a:ext cx="476871" cy="457200"/>
          </a:xfrm>
          <a:custGeom>
            <a:avLst/>
            <a:gdLst/>
            <a:ahLst/>
            <a:cxnLst/>
            <a:rect r="r" b="b" t="t" l="l"/>
            <a:pathLst>
              <a:path h="457200" w="476871">
                <a:moveTo>
                  <a:pt x="0" y="0"/>
                </a:moveTo>
                <a:lnTo>
                  <a:pt x="476870" y="0"/>
                </a:lnTo>
                <a:lnTo>
                  <a:pt x="47687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1250632" y="4569839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2168588" y="2260738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7133865" y="1886956"/>
            <a:ext cx="4020270" cy="1284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1"/>
              </a:lnSpc>
              <a:spcBef>
                <a:spcPct val="0"/>
              </a:spcBef>
            </a:pPr>
            <a:r>
              <a:rPr lang="en-US" b="true" sz="367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Marketing Success Cycle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7628724" y="7697781"/>
            <a:ext cx="3030553" cy="1208405"/>
            <a:chOff x="0" y="0"/>
            <a:chExt cx="4040737" cy="1611207"/>
          </a:xfrm>
        </p:grpSpPr>
        <p:sp>
          <p:nvSpPr>
            <p:cNvPr name="TextBox 52" id="52"/>
            <p:cNvSpPr txBox="true"/>
            <p:nvPr/>
          </p:nvSpPr>
          <p:spPr>
            <a:xfrm rot="0">
              <a:off x="0" y="0"/>
              <a:ext cx="4040737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easure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13133" y="590550"/>
              <a:ext cx="4027603" cy="1020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oll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ect and review performance data to understand what's happening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446070" y="2717938"/>
            <a:ext cx="3030553" cy="1208405"/>
            <a:chOff x="0" y="0"/>
            <a:chExt cx="4040737" cy="1611207"/>
          </a:xfrm>
        </p:grpSpPr>
        <p:sp>
          <p:nvSpPr>
            <p:cNvPr name="TextBox 55" id="55"/>
            <p:cNvSpPr txBox="true"/>
            <p:nvPr/>
          </p:nvSpPr>
          <p:spPr>
            <a:xfrm rot="0">
              <a:off x="0" y="0"/>
              <a:ext cx="4040737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Op</a:t>
              </a: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ti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mize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13133" y="590550"/>
              <a:ext cx="4027603" cy="1020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ef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ine your plan based on your new knowledge and restart the cycle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624413" y="5828967"/>
            <a:ext cx="3030553" cy="1208405"/>
            <a:chOff x="0" y="0"/>
            <a:chExt cx="4040737" cy="1611207"/>
          </a:xfrm>
        </p:grpSpPr>
        <p:sp>
          <p:nvSpPr>
            <p:cNvPr name="TextBox 58" id="58"/>
            <p:cNvSpPr txBox="true"/>
            <p:nvPr/>
          </p:nvSpPr>
          <p:spPr>
            <a:xfrm rot="0">
              <a:off x="0" y="0"/>
              <a:ext cx="4040737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earn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13133" y="590550"/>
              <a:ext cx="4027603" cy="1020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Analyze 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data to gain insights and identify opportunities for improvement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12604" y="2717938"/>
            <a:ext cx="3030553" cy="951230"/>
            <a:chOff x="0" y="0"/>
            <a:chExt cx="4040737" cy="1268307"/>
          </a:xfrm>
        </p:grpSpPr>
        <p:sp>
          <p:nvSpPr>
            <p:cNvPr name="TextBox 61" id="61"/>
            <p:cNvSpPr txBox="true"/>
            <p:nvPr/>
          </p:nvSpPr>
          <p:spPr>
            <a:xfrm rot="0">
              <a:off x="0" y="0"/>
              <a:ext cx="4040737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lan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13133" y="590550"/>
              <a:ext cx="4027603" cy="6777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Def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ine your strategic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direction based on research and analysis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632362" y="5828967"/>
            <a:ext cx="3030553" cy="1208405"/>
            <a:chOff x="0" y="0"/>
            <a:chExt cx="4040737" cy="1611207"/>
          </a:xfrm>
        </p:grpSpPr>
        <p:sp>
          <p:nvSpPr>
            <p:cNvPr name="TextBox 64" id="64"/>
            <p:cNvSpPr txBox="true"/>
            <p:nvPr/>
          </p:nvSpPr>
          <p:spPr>
            <a:xfrm rot="0">
              <a:off x="0" y="0"/>
              <a:ext cx="4040737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Exec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ut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13133" y="590550"/>
              <a:ext cx="4027603" cy="1020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Laun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ch your campaigns and activate your marketing activities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DAHDANeoVMc</dc:identifier>
  <dcterms:modified xsi:type="dcterms:W3CDTF">2011-08-01T06:04:30Z</dcterms:modified>
  <cp:revision>1</cp:revision>
</cp:coreProperties>
</file>