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tserrat Ultra-Bold" charset="1" panose="00000900000000000000"/>
      <p:regular r:id="rId17"/>
    </p:embeddedFont>
    <p:embeddedFont>
      <p:font typeface="Montserrat" charset="1" panose="00000500000000000000"/>
      <p:regular r:id="rId18"/>
    </p:embeddedFont>
    <p:embeddedFont>
      <p:font typeface="Montserrat Bold" charset="1" panose="00000800000000000000"/>
      <p:regular r:id="rId19"/>
    </p:embeddedFont>
    <p:embeddedFont>
      <p:font typeface="Montserrat Light" charset="1" panose="00000400000000000000"/>
      <p:regular r:id="rId20"/>
    </p:embeddedFont>
    <p:embeddedFont>
      <p:font typeface="Montserrat Medium"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444409" y="839293"/>
            <a:ext cx="5799638" cy="1614426"/>
            <a:chOff x="0" y="0"/>
            <a:chExt cx="1527477" cy="425199"/>
          </a:xfrm>
        </p:grpSpPr>
        <p:sp>
          <p:nvSpPr>
            <p:cNvPr name="Freeform 3" id="3"/>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4" id="4"/>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6346987" y="1116612"/>
            <a:ext cx="1605216" cy="1059788"/>
            <a:chOff x="0" y="0"/>
            <a:chExt cx="823551" cy="543720"/>
          </a:xfrm>
        </p:grpSpPr>
        <p:sp>
          <p:nvSpPr>
            <p:cNvPr name="Freeform 6" id="6"/>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 id="7"/>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6630408" y="1268687"/>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9" id="9"/>
          <p:cNvSpPr txBox="true"/>
          <p:nvPr/>
        </p:nvSpPr>
        <p:spPr>
          <a:xfrm rot="0">
            <a:off x="2007582"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10" id="10"/>
          <p:cNvSpPr txBox="true"/>
          <p:nvPr/>
        </p:nvSpPr>
        <p:spPr>
          <a:xfrm rot="0">
            <a:off x="2007582"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11" id="11"/>
          <p:cNvGrpSpPr/>
          <p:nvPr/>
        </p:nvGrpSpPr>
        <p:grpSpPr>
          <a:xfrm rot="-10800000">
            <a:off x="11053477" y="839293"/>
            <a:ext cx="5799638" cy="1614426"/>
            <a:chOff x="0" y="0"/>
            <a:chExt cx="1527477" cy="425199"/>
          </a:xfrm>
        </p:grpSpPr>
        <p:sp>
          <p:nvSpPr>
            <p:cNvPr name="Freeform 12" id="12"/>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13" id="13"/>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14" id="14"/>
          <p:cNvGrpSpPr/>
          <p:nvPr/>
        </p:nvGrpSpPr>
        <p:grpSpPr>
          <a:xfrm rot="-10800000">
            <a:off x="10345323" y="1116612"/>
            <a:ext cx="1605216" cy="1059788"/>
            <a:chOff x="0" y="0"/>
            <a:chExt cx="823551" cy="543720"/>
          </a:xfrm>
        </p:grpSpPr>
        <p:sp>
          <p:nvSpPr>
            <p:cNvPr name="Freeform 15" id="15"/>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16" id="16"/>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17" id="17"/>
          <p:cNvSpPr txBox="true"/>
          <p:nvPr/>
        </p:nvSpPr>
        <p:spPr>
          <a:xfrm rot="0">
            <a:off x="10723994" y="1268687"/>
            <a:ext cx="924073" cy="671195"/>
          </a:xfrm>
          <a:prstGeom prst="rect">
            <a:avLst/>
          </a:prstGeom>
        </p:spPr>
        <p:txBody>
          <a:bodyPr anchor="t" rtlCol="false" tIns="0" lIns="0" bIns="0" rIns="0">
            <a:spAutoFit/>
          </a:bodyPr>
          <a:lstStyle/>
          <a:p>
            <a:pPr algn="l"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TextBox 18" id="18"/>
          <p:cNvSpPr txBox="true"/>
          <p:nvPr/>
        </p:nvSpPr>
        <p:spPr>
          <a:xfrm rot="0">
            <a:off x="12169960" y="104528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
        <p:nvSpPr>
          <p:cNvPr name="TextBox 19" id="19"/>
          <p:cNvSpPr txBox="true"/>
          <p:nvPr/>
        </p:nvSpPr>
        <p:spPr>
          <a:xfrm rot="0">
            <a:off x="12169960" y="1421783"/>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0" id="20"/>
          <p:cNvGrpSpPr/>
          <p:nvPr/>
        </p:nvGrpSpPr>
        <p:grpSpPr>
          <a:xfrm rot="0">
            <a:off x="462290" y="3139971"/>
            <a:ext cx="5799638" cy="1614426"/>
            <a:chOff x="0" y="0"/>
            <a:chExt cx="1527477" cy="425199"/>
          </a:xfrm>
        </p:grpSpPr>
        <p:sp>
          <p:nvSpPr>
            <p:cNvPr name="Freeform 21" id="21"/>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22" id="22"/>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23" id="23"/>
          <p:cNvGrpSpPr/>
          <p:nvPr/>
        </p:nvGrpSpPr>
        <p:grpSpPr>
          <a:xfrm rot="0">
            <a:off x="5364867" y="3417290"/>
            <a:ext cx="1605216" cy="1059788"/>
            <a:chOff x="0" y="0"/>
            <a:chExt cx="823551" cy="543720"/>
          </a:xfrm>
        </p:grpSpPr>
        <p:sp>
          <p:nvSpPr>
            <p:cNvPr name="Freeform 24" id="24"/>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25" id="25"/>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5648288" y="3569366"/>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sp>
        <p:nvSpPr>
          <p:cNvPr name="TextBox 27" id="27"/>
          <p:cNvSpPr txBox="true"/>
          <p:nvPr/>
        </p:nvSpPr>
        <p:spPr>
          <a:xfrm rot="0">
            <a:off x="1025462"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28" id="28"/>
          <p:cNvSpPr txBox="true"/>
          <p:nvPr/>
        </p:nvSpPr>
        <p:spPr>
          <a:xfrm rot="0">
            <a:off x="1025462"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29" id="29"/>
          <p:cNvGrpSpPr/>
          <p:nvPr/>
        </p:nvGrpSpPr>
        <p:grpSpPr>
          <a:xfrm rot="-10800000">
            <a:off x="12038820" y="3139971"/>
            <a:ext cx="5799638" cy="1614426"/>
            <a:chOff x="0" y="0"/>
            <a:chExt cx="1527477" cy="425199"/>
          </a:xfrm>
        </p:grpSpPr>
        <p:sp>
          <p:nvSpPr>
            <p:cNvPr name="Freeform 30" id="30"/>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31" id="31"/>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32" id="32"/>
          <p:cNvGrpSpPr/>
          <p:nvPr/>
        </p:nvGrpSpPr>
        <p:grpSpPr>
          <a:xfrm rot="-10800000">
            <a:off x="11330665" y="3417290"/>
            <a:ext cx="1605216" cy="1059788"/>
            <a:chOff x="0" y="0"/>
            <a:chExt cx="823551" cy="543720"/>
          </a:xfrm>
        </p:grpSpPr>
        <p:sp>
          <p:nvSpPr>
            <p:cNvPr name="Freeform 33" id="33"/>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34" id="34"/>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35" id="35"/>
          <p:cNvSpPr txBox="true"/>
          <p:nvPr/>
        </p:nvSpPr>
        <p:spPr>
          <a:xfrm rot="0">
            <a:off x="11709337" y="3569366"/>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sp>
        <p:nvSpPr>
          <p:cNvPr name="TextBox 36" id="36"/>
          <p:cNvSpPr txBox="true"/>
          <p:nvPr/>
        </p:nvSpPr>
        <p:spPr>
          <a:xfrm rot="0">
            <a:off x="13155303" y="3366479"/>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37" id="37"/>
          <p:cNvSpPr txBox="true"/>
          <p:nvPr/>
        </p:nvSpPr>
        <p:spPr>
          <a:xfrm rot="0">
            <a:off x="13155303" y="374297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8" id="38"/>
          <p:cNvGrpSpPr/>
          <p:nvPr/>
        </p:nvGrpSpPr>
        <p:grpSpPr>
          <a:xfrm rot="0">
            <a:off x="462290" y="5440650"/>
            <a:ext cx="5799638" cy="1614426"/>
            <a:chOff x="0" y="0"/>
            <a:chExt cx="1527477" cy="425199"/>
          </a:xfrm>
        </p:grpSpPr>
        <p:sp>
          <p:nvSpPr>
            <p:cNvPr name="Freeform 39" id="39"/>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B5EBEF"/>
            </a:solidFill>
          </p:spPr>
        </p:sp>
        <p:sp>
          <p:nvSpPr>
            <p:cNvPr name="TextBox 40" id="40"/>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41" id="41"/>
          <p:cNvGrpSpPr/>
          <p:nvPr/>
        </p:nvGrpSpPr>
        <p:grpSpPr>
          <a:xfrm rot="0">
            <a:off x="5364867" y="5717969"/>
            <a:ext cx="1605216" cy="1059788"/>
            <a:chOff x="0" y="0"/>
            <a:chExt cx="823551" cy="543720"/>
          </a:xfrm>
        </p:grpSpPr>
        <p:sp>
          <p:nvSpPr>
            <p:cNvPr name="Freeform 42" id="42"/>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38AEB6"/>
            </a:solidFill>
          </p:spPr>
        </p:sp>
        <p:sp>
          <p:nvSpPr>
            <p:cNvPr name="TextBox 43" id="43"/>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44" id="44"/>
          <p:cNvSpPr txBox="true"/>
          <p:nvPr/>
        </p:nvSpPr>
        <p:spPr>
          <a:xfrm rot="0">
            <a:off x="5648288" y="5870045"/>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sp>
        <p:nvSpPr>
          <p:cNvPr name="TextBox 45" id="45"/>
          <p:cNvSpPr txBox="true"/>
          <p:nvPr/>
        </p:nvSpPr>
        <p:spPr>
          <a:xfrm rot="0">
            <a:off x="1025462"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a:t>
            </a:r>
            <a:r>
              <a:rPr lang="en-US" b="true" sz="1999">
                <a:solidFill>
                  <a:srgbClr val="1C1C1A"/>
                </a:solidFill>
                <a:latin typeface="Montserrat Ultra-Bold"/>
                <a:ea typeface="Montserrat Ultra-Bold"/>
                <a:cs typeface="Montserrat Ultra-Bold"/>
                <a:sym typeface="Montserrat Ultra-Bold"/>
              </a:rPr>
              <a:t>riginal idea</a:t>
            </a:r>
          </a:p>
        </p:txBody>
      </p:sp>
      <p:sp>
        <p:nvSpPr>
          <p:cNvPr name="TextBox 46" id="46"/>
          <p:cNvSpPr txBox="true"/>
          <p:nvPr/>
        </p:nvSpPr>
        <p:spPr>
          <a:xfrm rot="0">
            <a:off x="1025462"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47" id="47"/>
          <p:cNvGrpSpPr/>
          <p:nvPr/>
        </p:nvGrpSpPr>
        <p:grpSpPr>
          <a:xfrm rot="-10800000">
            <a:off x="12038820" y="5440650"/>
            <a:ext cx="5799638" cy="1614426"/>
            <a:chOff x="0" y="0"/>
            <a:chExt cx="1527477" cy="425199"/>
          </a:xfrm>
        </p:grpSpPr>
        <p:sp>
          <p:nvSpPr>
            <p:cNvPr name="Freeform 48" id="48"/>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BEC4"/>
            </a:solidFill>
          </p:spPr>
        </p:sp>
        <p:sp>
          <p:nvSpPr>
            <p:cNvPr name="TextBox 49" id="49"/>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10800000">
            <a:off x="11330665" y="5717969"/>
            <a:ext cx="1605216" cy="1059788"/>
            <a:chOff x="0" y="0"/>
            <a:chExt cx="823551" cy="543720"/>
          </a:xfrm>
        </p:grpSpPr>
        <p:sp>
          <p:nvSpPr>
            <p:cNvPr name="Freeform 51" id="51"/>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E46671"/>
            </a:solidFill>
          </p:spPr>
        </p:sp>
        <p:sp>
          <p:nvSpPr>
            <p:cNvPr name="TextBox 52" id="52"/>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53" id="53"/>
          <p:cNvSpPr txBox="true"/>
          <p:nvPr/>
        </p:nvSpPr>
        <p:spPr>
          <a:xfrm rot="0">
            <a:off x="11709337" y="5870045"/>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sp>
        <p:nvSpPr>
          <p:cNvPr name="TextBox 54" id="54"/>
          <p:cNvSpPr txBox="true"/>
          <p:nvPr/>
        </p:nvSpPr>
        <p:spPr>
          <a:xfrm rot="0">
            <a:off x="13155303" y="5667158"/>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5" id="55"/>
          <p:cNvSpPr txBox="true"/>
          <p:nvPr/>
        </p:nvSpPr>
        <p:spPr>
          <a:xfrm rot="0">
            <a:off x="13155303" y="6043654"/>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6" id="56"/>
          <p:cNvGrpSpPr/>
          <p:nvPr/>
        </p:nvGrpSpPr>
        <p:grpSpPr>
          <a:xfrm rot="0">
            <a:off x="1444409" y="7741329"/>
            <a:ext cx="5799638" cy="1614426"/>
            <a:chOff x="0" y="0"/>
            <a:chExt cx="1527477" cy="425199"/>
          </a:xfrm>
        </p:grpSpPr>
        <p:sp>
          <p:nvSpPr>
            <p:cNvPr name="Freeform 57" id="57"/>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FFE8A3"/>
            </a:solidFill>
          </p:spPr>
        </p:sp>
        <p:sp>
          <p:nvSpPr>
            <p:cNvPr name="TextBox 58" id="58"/>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6346987" y="8018648"/>
            <a:ext cx="1605216" cy="1059788"/>
            <a:chOff x="0" y="0"/>
            <a:chExt cx="823551" cy="543720"/>
          </a:xfrm>
        </p:grpSpPr>
        <p:sp>
          <p:nvSpPr>
            <p:cNvPr name="Freeform 60" id="60"/>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DDA707"/>
            </a:solidFill>
          </p:spPr>
        </p:sp>
        <p:sp>
          <p:nvSpPr>
            <p:cNvPr name="TextBox 61" id="61"/>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62" id="62"/>
          <p:cNvSpPr txBox="true"/>
          <p:nvPr/>
        </p:nvSpPr>
        <p:spPr>
          <a:xfrm rot="0">
            <a:off x="6630408" y="8170723"/>
            <a:ext cx="924073" cy="671195"/>
          </a:xfrm>
          <a:prstGeom prst="rect">
            <a:avLst/>
          </a:prstGeom>
        </p:spPr>
        <p:txBody>
          <a:bodyPr anchor="t" rtlCol="false" tIns="0" lIns="0" bIns="0" rIns="0">
            <a:spAutoFit/>
          </a:bodyPr>
          <a:lstStyle/>
          <a:p>
            <a:pPr algn="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2007582"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4" id="64"/>
          <p:cNvSpPr txBox="true"/>
          <p:nvPr/>
        </p:nvSpPr>
        <p:spPr>
          <a:xfrm rot="0">
            <a:off x="2007582"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5" id="65"/>
          <p:cNvGrpSpPr/>
          <p:nvPr/>
        </p:nvGrpSpPr>
        <p:grpSpPr>
          <a:xfrm rot="-10800000">
            <a:off x="11053477" y="7741329"/>
            <a:ext cx="5799638" cy="1614426"/>
            <a:chOff x="0" y="0"/>
            <a:chExt cx="1527477" cy="425199"/>
          </a:xfrm>
        </p:grpSpPr>
        <p:sp>
          <p:nvSpPr>
            <p:cNvPr name="Freeform 66" id="66"/>
            <p:cNvSpPr/>
            <p:nvPr/>
          </p:nvSpPr>
          <p:spPr>
            <a:xfrm flipH="false" flipV="false" rot="0">
              <a:off x="0" y="0"/>
              <a:ext cx="1527477" cy="425199"/>
            </a:xfrm>
            <a:custGeom>
              <a:avLst/>
              <a:gdLst/>
              <a:ahLst/>
              <a:cxnLst/>
              <a:rect r="r" b="b" t="t" l="l"/>
              <a:pathLst>
                <a:path h="425199" w="1527477">
                  <a:moveTo>
                    <a:pt x="76089" y="0"/>
                  </a:moveTo>
                  <a:lnTo>
                    <a:pt x="1451388" y="0"/>
                  </a:lnTo>
                  <a:cubicBezTo>
                    <a:pt x="1493411" y="0"/>
                    <a:pt x="1527477" y="34066"/>
                    <a:pt x="1527477" y="76089"/>
                  </a:cubicBezTo>
                  <a:lnTo>
                    <a:pt x="1527477" y="349109"/>
                  </a:lnTo>
                  <a:cubicBezTo>
                    <a:pt x="1527477" y="391132"/>
                    <a:pt x="1493411" y="425199"/>
                    <a:pt x="1451388" y="425199"/>
                  </a:cubicBezTo>
                  <a:lnTo>
                    <a:pt x="76089" y="425199"/>
                  </a:lnTo>
                  <a:cubicBezTo>
                    <a:pt x="34066" y="425199"/>
                    <a:pt x="0" y="391132"/>
                    <a:pt x="0" y="349109"/>
                  </a:cubicBezTo>
                  <a:lnTo>
                    <a:pt x="0" y="76089"/>
                  </a:lnTo>
                  <a:cubicBezTo>
                    <a:pt x="0" y="34066"/>
                    <a:pt x="34066" y="0"/>
                    <a:pt x="76089" y="0"/>
                  </a:cubicBezTo>
                  <a:close/>
                </a:path>
              </a:pathLst>
            </a:custGeom>
            <a:solidFill>
              <a:srgbClr val="EAE0FF"/>
            </a:solidFill>
          </p:spPr>
        </p:sp>
        <p:sp>
          <p:nvSpPr>
            <p:cNvPr name="TextBox 67" id="67"/>
            <p:cNvSpPr txBox="true"/>
            <p:nvPr/>
          </p:nvSpPr>
          <p:spPr>
            <a:xfrm>
              <a:off x="0" y="-47625"/>
              <a:ext cx="1527477" cy="472824"/>
            </a:xfrm>
            <a:prstGeom prst="rect">
              <a:avLst/>
            </a:prstGeom>
          </p:spPr>
          <p:txBody>
            <a:bodyPr anchor="ctr" rtlCol="false" tIns="50800" lIns="50800" bIns="50800" rIns="50800"/>
            <a:lstStyle/>
            <a:p>
              <a:pPr algn="ctr">
                <a:lnSpc>
                  <a:spcPts val="2399"/>
                </a:lnSpc>
              </a:pPr>
            </a:p>
          </p:txBody>
        </p:sp>
      </p:grpSp>
      <p:grpSp>
        <p:nvGrpSpPr>
          <p:cNvPr name="Group 68" id="68"/>
          <p:cNvGrpSpPr/>
          <p:nvPr/>
        </p:nvGrpSpPr>
        <p:grpSpPr>
          <a:xfrm rot="-10800000">
            <a:off x="10345323" y="8018648"/>
            <a:ext cx="1605216" cy="1059788"/>
            <a:chOff x="0" y="0"/>
            <a:chExt cx="823551" cy="543720"/>
          </a:xfrm>
        </p:grpSpPr>
        <p:sp>
          <p:nvSpPr>
            <p:cNvPr name="Freeform 69" id="69"/>
            <p:cNvSpPr/>
            <p:nvPr/>
          </p:nvSpPr>
          <p:spPr>
            <a:xfrm flipH="false" flipV="false" rot="0">
              <a:off x="28878" y="0"/>
              <a:ext cx="775433" cy="543720"/>
            </a:xfrm>
            <a:custGeom>
              <a:avLst/>
              <a:gdLst/>
              <a:ahLst/>
              <a:cxnLst/>
              <a:rect r="r" b="b" t="t" l="l"/>
              <a:pathLst>
                <a:path h="543720" w="775433">
                  <a:moveTo>
                    <a:pt x="28998" y="0"/>
                  </a:moveTo>
                  <a:lnTo>
                    <a:pt x="533597" y="0"/>
                  </a:lnTo>
                  <a:cubicBezTo>
                    <a:pt x="570023" y="0"/>
                    <a:pt x="604314" y="17181"/>
                    <a:pt x="626122" y="46357"/>
                  </a:cubicBezTo>
                  <a:lnTo>
                    <a:pt x="760023" y="225503"/>
                  </a:lnTo>
                  <a:cubicBezTo>
                    <a:pt x="780570" y="252993"/>
                    <a:pt x="780570" y="290728"/>
                    <a:pt x="760023" y="318218"/>
                  </a:cubicBezTo>
                  <a:lnTo>
                    <a:pt x="626122" y="497363"/>
                  </a:lnTo>
                  <a:cubicBezTo>
                    <a:pt x="604314" y="526539"/>
                    <a:pt x="570023" y="543720"/>
                    <a:pt x="533597" y="543720"/>
                  </a:cubicBezTo>
                  <a:lnTo>
                    <a:pt x="28998" y="543720"/>
                  </a:lnTo>
                  <a:cubicBezTo>
                    <a:pt x="18023" y="543720"/>
                    <a:pt x="7989" y="537525"/>
                    <a:pt x="3073" y="527712"/>
                  </a:cubicBezTo>
                  <a:cubicBezTo>
                    <a:pt x="-1844" y="517900"/>
                    <a:pt x="-799" y="506154"/>
                    <a:pt x="5772" y="497363"/>
                  </a:cubicBezTo>
                  <a:lnTo>
                    <a:pt x="139672" y="318218"/>
                  </a:lnTo>
                  <a:cubicBezTo>
                    <a:pt x="160220" y="290728"/>
                    <a:pt x="160220" y="252993"/>
                    <a:pt x="139672" y="225503"/>
                  </a:cubicBezTo>
                  <a:lnTo>
                    <a:pt x="5772" y="46357"/>
                  </a:lnTo>
                  <a:cubicBezTo>
                    <a:pt x="-799" y="37567"/>
                    <a:pt x="-1844" y="25820"/>
                    <a:pt x="3073" y="16008"/>
                  </a:cubicBezTo>
                  <a:cubicBezTo>
                    <a:pt x="7989" y="6196"/>
                    <a:pt x="18023" y="0"/>
                    <a:pt x="28998" y="0"/>
                  </a:cubicBezTo>
                  <a:close/>
                </a:path>
              </a:pathLst>
            </a:custGeom>
            <a:solidFill>
              <a:srgbClr val="9366E4"/>
            </a:solidFill>
          </p:spPr>
        </p:sp>
        <p:sp>
          <p:nvSpPr>
            <p:cNvPr name="TextBox 70" id="70"/>
            <p:cNvSpPr txBox="true"/>
            <p:nvPr/>
          </p:nvSpPr>
          <p:spPr>
            <a:xfrm>
              <a:off x="177800" y="-38100"/>
              <a:ext cx="569551" cy="581820"/>
            </a:xfrm>
            <a:prstGeom prst="rect">
              <a:avLst/>
            </a:prstGeom>
          </p:spPr>
          <p:txBody>
            <a:bodyPr anchor="ctr" rtlCol="false" tIns="50800" lIns="50800" bIns="50800" rIns="50800"/>
            <a:lstStyle/>
            <a:p>
              <a:pPr algn="ctr">
                <a:lnSpc>
                  <a:spcPts val="3079"/>
                </a:lnSpc>
              </a:pPr>
            </a:p>
          </p:txBody>
        </p:sp>
      </p:grpSp>
      <p:sp>
        <p:nvSpPr>
          <p:cNvPr name="TextBox 71" id="71"/>
          <p:cNvSpPr txBox="true"/>
          <p:nvPr/>
        </p:nvSpPr>
        <p:spPr>
          <a:xfrm rot="0">
            <a:off x="10723994" y="8170723"/>
            <a:ext cx="924073" cy="671195"/>
          </a:xfrm>
          <a:prstGeom prst="rect">
            <a:avLst/>
          </a:prstGeom>
        </p:spPr>
        <p:txBody>
          <a:bodyPr anchor="t" rtlCol="false" tIns="0" lIns="0" bIns="0" rIns="0">
            <a:spAutoFit/>
          </a:bodyPr>
          <a:lstStyle/>
          <a:p>
            <a:pPr algn="l"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08</a:t>
            </a:r>
          </a:p>
        </p:txBody>
      </p:sp>
      <p:sp>
        <p:nvSpPr>
          <p:cNvPr name="TextBox 72" id="72"/>
          <p:cNvSpPr txBox="true"/>
          <p:nvPr/>
        </p:nvSpPr>
        <p:spPr>
          <a:xfrm rot="0">
            <a:off x="12169960" y="7990100"/>
            <a:ext cx="4185816"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Amazing idea</a:t>
            </a:r>
          </a:p>
        </p:txBody>
      </p:sp>
      <p:sp>
        <p:nvSpPr>
          <p:cNvPr name="TextBox 73" id="73"/>
          <p:cNvSpPr txBox="true"/>
          <p:nvPr/>
        </p:nvSpPr>
        <p:spPr>
          <a:xfrm rot="0">
            <a:off x="12169960" y="8366595"/>
            <a:ext cx="4185816" cy="75628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74" id="74"/>
          <p:cNvGrpSpPr/>
          <p:nvPr/>
        </p:nvGrpSpPr>
        <p:grpSpPr>
          <a:xfrm rot="0">
            <a:off x="7223427" y="3232127"/>
            <a:ext cx="3841146" cy="3841146"/>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76" id="76"/>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77" id="77"/>
          <p:cNvGrpSpPr/>
          <p:nvPr/>
        </p:nvGrpSpPr>
        <p:grpSpPr>
          <a:xfrm rot="0">
            <a:off x="8234665" y="3213727"/>
            <a:ext cx="381000" cy="381000"/>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0" id="80"/>
          <p:cNvGrpSpPr/>
          <p:nvPr/>
        </p:nvGrpSpPr>
        <p:grpSpPr>
          <a:xfrm rot="0">
            <a:off x="9782665" y="3213727"/>
            <a:ext cx="381000" cy="381000"/>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8234665" y="6720848"/>
            <a:ext cx="381000" cy="381000"/>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6" id="86"/>
          <p:cNvGrpSpPr/>
          <p:nvPr/>
        </p:nvGrpSpPr>
        <p:grpSpPr>
          <a:xfrm rot="0">
            <a:off x="7244048" y="5855732"/>
            <a:ext cx="381000" cy="381000"/>
            <a:chOff x="0" y="0"/>
            <a:chExt cx="812800" cy="812800"/>
          </a:xfrm>
        </p:grpSpPr>
        <p:sp>
          <p:nvSpPr>
            <p:cNvPr name="Freeform 87" id="8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88" id="88"/>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9" id="89"/>
          <p:cNvGrpSpPr/>
          <p:nvPr/>
        </p:nvGrpSpPr>
        <p:grpSpPr>
          <a:xfrm rot="0">
            <a:off x="10610438" y="5855732"/>
            <a:ext cx="381000" cy="381000"/>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1" id="91"/>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2" id="92"/>
          <p:cNvGrpSpPr/>
          <p:nvPr/>
        </p:nvGrpSpPr>
        <p:grpSpPr>
          <a:xfrm rot="0">
            <a:off x="7223427" y="4181252"/>
            <a:ext cx="381000" cy="381000"/>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94" id="9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5" id="95"/>
          <p:cNvGrpSpPr/>
          <p:nvPr/>
        </p:nvGrpSpPr>
        <p:grpSpPr>
          <a:xfrm rot="0">
            <a:off x="10610438" y="4127541"/>
            <a:ext cx="381000" cy="381000"/>
            <a:chOff x="0" y="0"/>
            <a:chExt cx="812800" cy="812800"/>
          </a:xfrm>
        </p:grpSpPr>
        <p:sp>
          <p:nvSpPr>
            <p:cNvPr name="Freeform 96" id="9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97" id="9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98" id="98"/>
          <p:cNvGrpSpPr/>
          <p:nvPr/>
        </p:nvGrpSpPr>
        <p:grpSpPr>
          <a:xfrm rot="0">
            <a:off x="9709673" y="6720848"/>
            <a:ext cx="381000" cy="381000"/>
            <a:chOff x="0" y="0"/>
            <a:chExt cx="812800" cy="812800"/>
          </a:xfrm>
        </p:grpSpPr>
        <p:sp>
          <p:nvSpPr>
            <p:cNvPr name="Freeform 99" id="9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0" id="10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101" id="101"/>
          <p:cNvSpPr txBox="true"/>
          <p:nvPr/>
        </p:nvSpPr>
        <p:spPr>
          <a:xfrm rot="0">
            <a:off x="7680785" y="4370060"/>
            <a:ext cx="2929653" cy="1530478"/>
          </a:xfrm>
          <a:prstGeom prst="rect">
            <a:avLst/>
          </a:prstGeom>
        </p:spPr>
        <p:txBody>
          <a:bodyPr anchor="t" rtlCol="false" tIns="0" lIns="0" bIns="0" rIns="0">
            <a:spAutoFit/>
          </a:bodyPr>
          <a:lstStyle/>
          <a:p>
            <a:pPr algn="ctr" marL="0" indent="0" lvl="0">
              <a:lnSpc>
                <a:spcPts val="5908"/>
              </a:lnSpc>
            </a:pPr>
            <a:r>
              <a:rPr lang="en-US" b="true" sz="5574">
                <a:solidFill>
                  <a:srgbClr val="1C1C1A"/>
                </a:solidFill>
                <a:latin typeface="Montserrat Ultra-Bold"/>
                <a:ea typeface="Montserrat Ultra-Bold"/>
                <a:cs typeface="Montserrat Ultra-Bold"/>
                <a:sym typeface="Montserrat Ultra-Bold"/>
              </a:rPr>
              <a:t>Mind map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5492349" y="5837484"/>
            <a:ext cx="2015499" cy="692586"/>
            <a:chOff x="0" y="0"/>
            <a:chExt cx="2687332" cy="923448"/>
          </a:xfrm>
        </p:grpSpPr>
        <p:sp>
          <p:nvSpPr>
            <p:cNvPr name="AutoShape 13" id="1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3079347">
              <a:off x="1991484" y="153550"/>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10833195" y="3898671"/>
            <a:ext cx="1981411" cy="687726"/>
            <a:chOff x="0" y="0"/>
            <a:chExt cx="2641881" cy="916967"/>
          </a:xfrm>
        </p:grpSpPr>
        <p:sp>
          <p:nvSpPr>
            <p:cNvPr name="AutoShape 18" id="1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7720652">
              <a:off x="70929" y="281474"/>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7050100" y="6553882"/>
            <a:ext cx="1856888" cy="2480980"/>
            <a:chOff x="0" y="0"/>
            <a:chExt cx="2475851" cy="3307973"/>
          </a:xfrm>
        </p:grpSpPr>
        <p:sp>
          <p:nvSpPr>
            <p:cNvPr name="AutoShape 23" id="23"/>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0">
              <a:off x="1535191" y="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10779680" y="5705383"/>
            <a:ext cx="2023228" cy="1060193"/>
            <a:chOff x="0" y="0"/>
            <a:chExt cx="2697637" cy="1413591"/>
          </a:xfrm>
        </p:grpSpPr>
        <p:sp>
          <p:nvSpPr>
            <p:cNvPr name="AutoShape 28" id="28"/>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2700000">
              <a:off x="78876" y="150363"/>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466142" y="3058383"/>
            <a:ext cx="5185998" cy="1821289"/>
            <a:chOff x="0" y="0"/>
            <a:chExt cx="1365860" cy="479681"/>
          </a:xfrm>
        </p:grpSpPr>
        <p:sp>
          <p:nvSpPr>
            <p:cNvPr name="Freeform 33" id="33"/>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34" id="34"/>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5" id="35"/>
          <p:cNvGrpSpPr/>
          <p:nvPr/>
        </p:nvGrpSpPr>
        <p:grpSpPr>
          <a:xfrm rot="0">
            <a:off x="12635860" y="3058383"/>
            <a:ext cx="5185998" cy="1821289"/>
            <a:chOff x="0" y="0"/>
            <a:chExt cx="1365860" cy="479681"/>
          </a:xfrm>
        </p:grpSpPr>
        <p:sp>
          <p:nvSpPr>
            <p:cNvPr name="Freeform 36" id="36"/>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37" id="37"/>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38" id="38"/>
          <p:cNvGrpSpPr/>
          <p:nvPr/>
        </p:nvGrpSpPr>
        <p:grpSpPr>
          <a:xfrm rot="0">
            <a:off x="907692" y="3438247"/>
            <a:ext cx="1061561" cy="106156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1" id="41"/>
          <p:cNvGrpSpPr/>
          <p:nvPr/>
        </p:nvGrpSpPr>
        <p:grpSpPr>
          <a:xfrm rot="0">
            <a:off x="13077410" y="3438247"/>
            <a:ext cx="1061561" cy="106156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4" id="44"/>
          <p:cNvGrpSpPr/>
          <p:nvPr/>
        </p:nvGrpSpPr>
        <p:grpSpPr>
          <a:xfrm rot="0">
            <a:off x="466142" y="5407328"/>
            <a:ext cx="5185998" cy="1821289"/>
            <a:chOff x="0" y="0"/>
            <a:chExt cx="1365860" cy="479681"/>
          </a:xfrm>
        </p:grpSpPr>
        <p:sp>
          <p:nvSpPr>
            <p:cNvPr name="Freeform 45" id="4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B5EBEF"/>
            </a:solidFill>
          </p:spPr>
        </p:sp>
        <p:sp>
          <p:nvSpPr>
            <p:cNvPr name="TextBox 46" id="4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47" id="47"/>
          <p:cNvGrpSpPr/>
          <p:nvPr/>
        </p:nvGrpSpPr>
        <p:grpSpPr>
          <a:xfrm rot="0">
            <a:off x="12635860" y="5407328"/>
            <a:ext cx="5185998" cy="1821289"/>
            <a:chOff x="0" y="0"/>
            <a:chExt cx="1365860" cy="479681"/>
          </a:xfrm>
        </p:grpSpPr>
        <p:sp>
          <p:nvSpPr>
            <p:cNvPr name="Freeform 48" id="4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BEC4"/>
            </a:solidFill>
          </p:spPr>
        </p:sp>
        <p:sp>
          <p:nvSpPr>
            <p:cNvPr name="TextBox 49" id="4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0" id="50"/>
          <p:cNvGrpSpPr/>
          <p:nvPr/>
        </p:nvGrpSpPr>
        <p:grpSpPr>
          <a:xfrm rot="0">
            <a:off x="907692" y="5787192"/>
            <a:ext cx="1061561" cy="1061561"/>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2" id="5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3077410" y="5787192"/>
            <a:ext cx="1061561" cy="1061561"/>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6" id="56"/>
          <p:cNvGrpSpPr/>
          <p:nvPr/>
        </p:nvGrpSpPr>
        <p:grpSpPr>
          <a:xfrm rot="0">
            <a:off x="1888242" y="709439"/>
            <a:ext cx="5185998" cy="1821289"/>
            <a:chOff x="0" y="0"/>
            <a:chExt cx="1365860" cy="479681"/>
          </a:xfrm>
        </p:grpSpPr>
        <p:sp>
          <p:nvSpPr>
            <p:cNvPr name="Freeform 57" id="57"/>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58" id="58"/>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59" id="59"/>
          <p:cNvGrpSpPr/>
          <p:nvPr/>
        </p:nvGrpSpPr>
        <p:grpSpPr>
          <a:xfrm rot="0">
            <a:off x="9237587" y="1274385"/>
            <a:ext cx="2000503" cy="2543079"/>
            <a:chOff x="0" y="0"/>
            <a:chExt cx="2667337" cy="3390773"/>
          </a:xfrm>
        </p:grpSpPr>
        <p:sp>
          <p:nvSpPr>
            <p:cNvPr name="AutoShape 60" id="60"/>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61" id="61"/>
            <p:cNvGrpSpPr/>
            <p:nvPr/>
          </p:nvGrpSpPr>
          <p:grpSpPr>
            <a:xfrm rot="-10800000">
              <a:off x="287331" y="2908829"/>
              <a:ext cx="624919" cy="481944"/>
              <a:chOff x="0" y="0"/>
              <a:chExt cx="922188" cy="711200"/>
            </a:xfrm>
          </p:grpSpPr>
          <p:sp>
            <p:nvSpPr>
              <p:cNvPr name="Freeform 62" id="6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63" id="6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64" id="64"/>
          <p:cNvGrpSpPr/>
          <p:nvPr/>
        </p:nvGrpSpPr>
        <p:grpSpPr>
          <a:xfrm rot="0">
            <a:off x="11213760" y="709439"/>
            <a:ext cx="5185998" cy="1821289"/>
            <a:chOff x="0" y="0"/>
            <a:chExt cx="1365860" cy="479681"/>
          </a:xfrm>
        </p:grpSpPr>
        <p:sp>
          <p:nvSpPr>
            <p:cNvPr name="Freeform 65" id="6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a:ln cap="rnd">
              <a:noFill/>
              <a:prstDash val="solid"/>
              <a:round/>
            </a:ln>
          </p:spPr>
        </p:sp>
        <p:sp>
          <p:nvSpPr>
            <p:cNvPr name="TextBox 66" id="66"/>
            <p:cNvSpPr txBox="true"/>
            <p:nvPr/>
          </p:nvSpPr>
          <p:spPr>
            <a:xfrm>
              <a:off x="0" y="-47625"/>
              <a:ext cx="1365860" cy="527306"/>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67" id="67"/>
          <p:cNvGrpSpPr/>
          <p:nvPr/>
        </p:nvGrpSpPr>
        <p:grpSpPr>
          <a:xfrm rot="0">
            <a:off x="2329792" y="1089303"/>
            <a:ext cx="1061561" cy="1061561"/>
            <a:chOff x="0" y="0"/>
            <a:chExt cx="812800" cy="812800"/>
          </a:xfrm>
        </p:grpSpPr>
        <p:sp>
          <p:nvSpPr>
            <p:cNvPr name="Freeform 68" id="6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9" id="6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70" id="70"/>
          <p:cNvGrpSpPr/>
          <p:nvPr/>
        </p:nvGrpSpPr>
        <p:grpSpPr>
          <a:xfrm rot="0">
            <a:off x="11655310" y="1089303"/>
            <a:ext cx="1061561" cy="106156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72" id="7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73" id="73"/>
          <p:cNvSpPr txBox="true"/>
          <p:nvPr/>
        </p:nvSpPr>
        <p:spPr>
          <a:xfrm rot="0">
            <a:off x="11793052"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74" id="74"/>
          <p:cNvGrpSpPr/>
          <p:nvPr/>
        </p:nvGrpSpPr>
        <p:grpSpPr>
          <a:xfrm rot="0">
            <a:off x="1888242" y="7756273"/>
            <a:ext cx="5185998" cy="1821289"/>
            <a:chOff x="0" y="0"/>
            <a:chExt cx="1365860" cy="479681"/>
          </a:xfrm>
        </p:grpSpPr>
        <p:sp>
          <p:nvSpPr>
            <p:cNvPr name="Freeform 75" id="75"/>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FFE8A3"/>
            </a:solidFill>
          </p:spPr>
        </p:sp>
        <p:sp>
          <p:nvSpPr>
            <p:cNvPr name="TextBox 76" id="76"/>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77" id="77"/>
          <p:cNvGrpSpPr/>
          <p:nvPr/>
        </p:nvGrpSpPr>
        <p:grpSpPr>
          <a:xfrm rot="0">
            <a:off x="11213760" y="7756273"/>
            <a:ext cx="5185998" cy="1821289"/>
            <a:chOff x="0" y="0"/>
            <a:chExt cx="1365860" cy="479681"/>
          </a:xfrm>
        </p:grpSpPr>
        <p:sp>
          <p:nvSpPr>
            <p:cNvPr name="Freeform 78" id="78"/>
            <p:cNvSpPr/>
            <p:nvPr/>
          </p:nvSpPr>
          <p:spPr>
            <a:xfrm flipH="false" flipV="false" rot="0">
              <a:off x="0" y="0"/>
              <a:ext cx="1365860" cy="479681"/>
            </a:xfrm>
            <a:custGeom>
              <a:avLst/>
              <a:gdLst/>
              <a:ahLst/>
              <a:cxnLst/>
              <a:rect r="r" b="b" t="t" l="l"/>
              <a:pathLst>
                <a:path h="479681" w="1365860">
                  <a:moveTo>
                    <a:pt x="149285" y="0"/>
                  </a:moveTo>
                  <a:lnTo>
                    <a:pt x="1216575" y="0"/>
                  </a:lnTo>
                  <a:cubicBezTo>
                    <a:pt x="1299022" y="0"/>
                    <a:pt x="1365860" y="66837"/>
                    <a:pt x="1365860" y="149285"/>
                  </a:cubicBezTo>
                  <a:lnTo>
                    <a:pt x="1365860" y="330396"/>
                  </a:lnTo>
                  <a:cubicBezTo>
                    <a:pt x="1365860" y="412844"/>
                    <a:pt x="1299022" y="479681"/>
                    <a:pt x="1216575" y="479681"/>
                  </a:cubicBezTo>
                  <a:lnTo>
                    <a:pt x="149285" y="479681"/>
                  </a:lnTo>
                  <a:cubicBezTo>
                    <a:pt x="66837" y="479681"/>
                    <a:pt x="0" y="412844"/>
                    <a:pt x="0" y="330396"/>
                  </a:cubicBezTo>
                  <a:lnTo>
                    <a:pt x="0" y="149285"/>
                  </a:lnTo>
                  <a:cubicBezTo>
                    <a:pt x="0" y="66837"/>
                    <a:pt x="66837" y="0"/>
                    <a:pt x="149285" y="0"/>
                  </a:cubicBezTo>
                  <a:close/>
                </a:path>
              </a:pathLst>
            </a:custGeom>
            <a:solidFill>
              <a:srgbClr val="EAE0FF"/>
            </a:solidFill>
          </p:spPr>
        </p:sp>
        <p:sp>
          <p:nvSpPr>
            <p:cNvPr name="TextBox 79" id="79"/>
            <p:cNvSpPr txBox="true"/>
            <p:nvPr/>
          </p:nvSpPr>
          <p:spPr>
            <a:xfrm>
              <a:off x="0" y="-47625"/>
              <a:ext cx="1365860" cy="527306"/>
            </a:xfrm>
            <a:prstGeom prst="rect">
              <a:avLst/>
            </a:prstGeom>
          </p:spPr>
          <p:txBody>
            <a:bodyPr anchor="ctr" rtlCol="false" tIns="50800" lIns="50800" bIns="50800" rIns="50800"/>
            <a:lstStyle/>
            <a:p>
              <a:pPr algn="ctr">
                <a:lnSpc>
                  <a:spcPts val="2399"/>
                </a:lnSpc>
              </a:pPr>
            </a:p>
          </p:txBody>
        </p:sp>
      </p:grpSp>
      <p:grpSp>
        <p:nvGrpSpPr>
          <p:cNvPr name="Group 80" id="80"/>
          <p:cNvGrpSpPr/>
          <p:nvPr/>
        </p:nvGrpSpPr>
        <p:grpSpPr>
          <a:xfrm rot="0">
            <a:off x="2329792" y="8136137"/>
            <a:ext cx="1061561" cy="1061561"/>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83" id="83"/>
          <p:cNvGrpSpPr/>
          <p:nvPr/>
        </p:nvGrpSpPr>
        <p:grpSpPr>
          <a:xfrm rot="0">
            <a:off x="11655310" y="8136137"/>
            <a:ext cx="1061561" cy="106156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86" id="86"/>
          <p:cNvSpPr txBox="true"/>
          <p:nvPr/>
        </p:nvSpPr>
        <p:spPr>
          <a:xfrm rot="0">
            <a:off x="104543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87" id="87"/>
          <p:cNvSpPr txBox="true"/>
          <p:nvPr/>
        </p:nvSpPr>
        <p:spPr>
          <a:xfrm rot="0">
            <a:off x="13215152"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88" id="88"/>
          <p:cNvSpPr txBox="true"/>
          <p:nvPr/>
        </p:nvSpPr>
        <p:spPr>
          <a:xfrm rot="0">
            <a:off x="2079964"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24968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90" id="90"/>
          <p:cNvSpPr txBox="true"/>
          <p:nvPr/>
        </p:nvSpPr>
        <p:spPr>
          <a:xfrm rot="0">
            <a:off x="2079964"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1" id="91"/>
          <p:cNvSpPr txBox="true"/>
          <p:nvPr/>
        </p:nvSpPr>
        <p:spPr>
          <a:xfrm rot="0">
            <a:off x="14249682" y="3607051"/>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2" id="92"/>
          <p:cNvSpPr txBox="true"/>
          <p:nvPr/>
        </p:nvSpPr>
        <p:spPr>
          <a:xfrm rot="0">
            <a:off x="104543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93" id="93"/>
          <p:cNvSpPr txBox="true"/>
          <p:nvPr/>
        </p:nvSpPr>
        <p:spPr>
          <a:xfrm rot="0">
            <a:off x="13215152"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94" id="94"/>
          <p:cNvSpPr txBox="true"/>
          <p:nvPr/>
        </p:nvSpPr>
        <p:spPr>
          <a:xfrm rot="0">
            <a:off x="2079964"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95" id="95"/>
          <p:cNvSpPr txBox="true"/>
          <p:nvPr/>
        </p:nvSpPr>
        <p:spPr>
          <a:xfrm rot="0">
            <a:off x="1424968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96" id="96"/>
          <p:cNvSpPr txBox="true"/>
          <p:nvPr/>
        </p:nvSpPr>
        <p:spPr>
          <a:xfrm rot="0">
            <a:off x="2079964"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7" id="97"/>
          <p:cNvSpPr txBox="true"/>
          <p:nvPr/>
        </p:nvSpPr>
        <p:spPr>
          <a:xfrm rot="0">
            <a:off x="14249682" y="595599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8" id="98"/>
          <p:cNvSpPr txBox="true"/>
          <p:nvPr/>
        </p:nvSpPr>
        <p:spPr>
          <a:xfrm rot="0">
            <a:off x="2467534"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99" id="99"/>
          <p:cNvSpPr txBox="true"/>
          <p:nvPr/>
        </p:nvSpPr>
        <p:spPr>
          <a:xfrm rot="0">
            <a:off x="3502064"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100" id="100"/>
          <p:cNvSpPr txBox="true"/>
          <p:nvPr/>
        </p:nvSpPr>
        <p:spPr>
          <a:xfrm rot="0">
            <a:off x="1282758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101" id="101"/>
          <p:cNvSpPr txBox="true"/>
          <p:nvPr/>
        </p:nvSpPr>
        <p:spPr>
          <a:xfrm rot="0">
            <a:off x="3502064"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2" id="102"/>
          <p:cNvSpPr txBox="true"/>
          <p:nvPr/>
        </p:nvSpPr>
        <p:spPr>
          <a:xfrm rot="0">
            <a:off x="12827583" y="1258106"/>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3" id="103"/>
          <p:cNvSpPr txBox="true"/>
          <p:nvPr/>
        </p:nvSpPr>
        <p:spPr>
          <a:xfrm rot="0">
            <a:off x="2467534"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104" id="104"/>
          <p:cNvSpPr txBox="true"/>
          <p:nvPr/>
        </p:nvSpPr>
        <p:spPr>
          <a:xfrm rot="0">
            <a:off x="11793052"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105" id="105"/>
          <p:cNvSpPr txBox="true"/>
          <p:nvPr/>
        </p:nvSpPr>
        <p:spPr>
          <a:xfrm rot="0">
            <a:off x="3502064"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Innovative idea</a:t>
            </a:r>
          </a:p>
        </p:txBody>
      </p:sp>
      <p:sp>
        <p:nvSpPr>
          <p:cNvPr name="TextBox 106" id="106"/>
          <p:cNvSpPr txBox="true"/>
          <p:nvPr/>
        </p:nvSpPr>
        <p:spPr>
          <a:xfrm rot="0">
            <a:off x="1282758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Brilliant idea</a:t>
            </a:r>
          </a:p>
        </p:txBody>
      </p:sp>
      <p:sp>
        <p:nvSpPr>
          <p:cNvPr name="TextBox 107" id="107"/>
          <p:cNvSpPr txBox="true"/>
          <p:nvPr/>
        </p:nvSpPr>
        <p:spPr>
          <a:xfrm rot="0">
            <a:off x="3502064"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8" id="108"/>
          <p:cNvSpPr txBox="true"/>
          <p:nvPr/>
        </p:nvSpPr>
        <p:spPr>
          <a:xfrm rot="0">
            <a:off x="12827583" y="8304940"/>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109" id="109"/>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grpSp>
        <p:nvGrpSpPr>
          <p:cNvPr name="Group 110" id="110"/>
          <p:cNvGrpSpPr/>
          <p:nvPr/>
        </p:nvGrpSpPr>
        <p:grpSpPr>
          <a:xfrm rot="0">
            <a:off x="5504047" y="3663164"/>
            <a:ext cx="2057316" cy="1055333"/>
            <a:chOff x="0" y="0"/>
            <a:chExt cx="2743089" cy="1407111"/>
          </a:xfrm>
        </p:grpSpPr>
        <p:sp>
          <p:nvSpPr>
            <p:cNvPr name="AutoShape 111" id="111"/>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112" id="112"/>
            <p:cNvGrpSpPr/>
            <p:nvPr/>
          </p:nvGrpSpPr>
          <p:grpSpPr>
            <a:xfrm rot="8100000">
              <a:off x="2039294" y="774804"/>
              <a:ext cx="624919" cy="481944"/>
              <a:chOff x="0" y="0"/>
              <a:chExt cx="922188" cy="711200"/>
            </a:xfrm>
          </p:grpSpPr>
          <p:sp>
            <p:nvSpPr>
              <p:cNvPr name="Freeform 113" id="11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114" id="11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194659"/>
            <a:ext cx="6487386" cy="1614426"/>
            <a:chOff x="0" y="0"/>
            <a:chExt cx="1708612" cy="425199"/>
          </a:xfrm>
        </p:grpSpPr>
        <p:sp>
          <p:nvSpPr>
            <p:cNvPr name="Freeform 3" id="3"/>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EAE0FF"/>
            </a:solidFill>
          </p:spPr>
        </p:sp>
        <p:sp>
          <p:nvSpPr>
            <p:cNvPr name="TextBox 4" id="4"/>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1028700" y="4105039"/>
            <a:ext cx="6487386" cy="1614426"/>
            <a:chOff x="0" y="0"/>
            <a:chExt cx="1708612" cy="425199"/>
          </a:xfrm>
        </p:grpSpPr>
        <p:sp>
          <p:nvSpPr>
            <p:cNvPr name="Freeform 6" id="6"/>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BEC4"/>
            </a:solidFill>
          </p:spPr>
        </p:sp>
        <p:sp>
          <p:nvSpPr>
            <p:cNvPr name="TextBox 7" id="7"/>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8" id="8"/>
          <p:cNvGrpSpPr/>
          <p:nvPr/>
        </p:nvGrpSpPr>
        <p:grpSpPr>
          <a:xfrm rot="0">
            <a:off x="6512647" y="2471978"/>
            <a:ext cx="1795570" cy="1059788"/>
            <a:chOff x="0" y="0"/>
            <a:chExt cx="921211" cy="543720"/>
          </a:xfrm>
        </p:grpSpPr>
        <p:sp>
          <p:nvSpPr>
            <p:cNvPr name="Freeform 9" id="9"/>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9366E4"/>
            </a:solidFill>
          </p:spPr>
        </p:sp>
        <p:sp>
          <p:nvSpPr>
            <p:cNvPr name="TextBox 10" id="10"/>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grpSp>
        <p:nvGrpSpPr>
          <p:cNvPr name="Group 11" id="11"/>
          <p:cNvGrpSpPr/>
          <p:nvPr/>
        </p:nvGrpSpPr>
        <p:grpSpPr>
          <a:xfrm rot="0">
            <a:off x="6512647" y="4382358"/>
            <a:ext cx="1795570" cy="1059788"/>
            <a:chOff x="0" y="0"/>
            <a:chExt cx="921211" cy="543720"/>
          </a:xfrm>
        </p:grpSpPr>
        <p:sp>
          <p:nvSpPr>
            <p:cNvPr name="Freeform 12" id="12"/>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E46671"/>
            </a:solidFill>
          </p:spPr>
        </p:sp>
        <p:sp>
          <p:nvSpPr>
            <p:cNvPr name="TextBox 13" id="13"/>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14" id="14"/>
          <p:cNvSpPr txBox="true"/>
          <p:nvPr/>
        </p:nvSpPr>
        <p:spPr>
          <a:xfrm rot="0">
            <a:off x="7153809" y="2585348"/>
            <a:ext cx="724554" cy="778822"/>
          </a:xfrm>
          <a:prstGeom prst="rect">
            <a:avLst/>
          </a:prstGeom>
        </p:spPr>
        <p:txBody>
          <a:bodyPr anchor="t" rtlCol="false" tIns="0" lIns="0" bIns="0" rIns="0">
            <a:spAutoFit/>
          </a:bodyPr>
          <a:lstStyle/>
          <a:p>
            <a:pPr algn="ctr" marL="0" indent="0" lvl="1">
              <a:lnSpc>
                <a:spcPts val="6422"/>
              </a:lnSpc>
            </a:pPr>
            <a:r>
              <a:rPr lang="en-US" b="true" sz="4587" spc="192">
                <a:solidFill>
                  <a:srgbClr val="FFFFFF"/>
                </a:solidFill>
                <a:latin typeface="Montserrat Ultra-Bold"/>
                <a:ea typeface="Montserrat Ultra-Bold"/>
                <a:cs typeface="Montserrat Ultra-Bold"/>
                <a:sym typeface="Montserrat Ultra-Bold"/>
              </a:rPr>
              <a:t>01</a:t>
            </a:r>
          </a:p>
        </p:txBody>
      </p:sp>
      <p:sp>
        <p:nvSpPr>
          <p:cNvPr name="TextBox 15" id="15"/>
          <p:cNvSpPr txBox="true"/>
          <p:nvPr/>
        </p:nvSpPr>
        <p:spPr>
          <a:xfrm rot="0">
            <a:off x="6953337" y="449572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02</a:t>
            </a:r>
          </a:p>
        </p:txBody>
      </p:sp>
      <p:grpSp>
        <p:nvGrpSpPr>
          <p:cNvPr name="Group 16" id="16"/>
          <p:cNvGrpSpPr/>
          <p:nvPr/>
        </p:nvGrpSpPr>
        <p:grpSpPr>
          <a:xfrm rot="0">
            <a:off x="1028700" y="6015419"/>
            <a:ext cx="6487386" cy="1614426"/>
            <a:chOff x="0" y="0"/>
            <a:chExt cx="1708612" cy="425199"/>
          </a:xfrm>
        </p:grpSpPr>
        <p:sp>
          <p:nvSpPr>
            <p:cNvPr name="Freeform 17" id="17"/>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B5EBEF"/>
            </a:solidFill>
          </p:spPr>
        </p:sp>
        <p:sp>
          <p:nvSpPr>
            <p:cNvPr name="TextBox 18" id="18"/>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19" id="19"/>
          <p:cNvGrpSpPr/>
          <p:nvPr/>
        </p:nvGrpSpPr>
        <p:grpSpPr>
          <a:xfrm rot="0">
            <a:off x="1028700" y="7925799"/>
            <a:ext cx="6487386" cy="1614426"/>
            <a:chOff x="0" y="0"/>
            <a:chExt cx="1708612" cy="425199"/>
          </a:xfrm>
        </p:grpSpPr>
        <p:sp>
          <p:nvSpPr>
            <p:cNvPr name="Freeform 20" id="20"/>
            <p:cNvSpPr/>
            <p:nvPr/>
          </p:nvSpPr>
          <p:spPr>
            <a:xfrm flipH="false" flipV="false" rot="0">
              <a:off x="0" y="0"/>
              <a:ext cx="1708612" cy="425199"/>
            </a:xfrm>
            <a:custGeom>
              <a:avLst/>
              <a:gdLst/>
              <a:ahLst/>
              <a:cxnLst/>
              <a:rect r="r" b="b" t="t" l="l"/>
              <a:pathLst>
                <a:path h="425199" w="1708612">
                  <a:moveTo>
                    <a:pt x="68023" y="0"/>
                  </a:moveTo>
                  <a:lnTo>
                    <a:pt x="1640589" y="0"/>
                  </a:lnTo>
                  <a:cubicBezTo>
                    <a:pt x="1678157" y="0"/>
                    <a:pt x="1708612" y="30455"/>
                    <a:pt x="1708612" y="68023"/>
                  </a:cubicBezTo>
                  <a:lnTo>
                    <a:pt x="1708612" y="357176"/>
                  </a:lnTo>
                  <a:cubicBezTo>
                    <a:pt x="1708612" y="394744"/>
                    <a:pt x="1678157" y="425199"/>
                    <a:pt x="1640589" y="425199"/>
                  </a:cubicBezTo>
                  <a:lnTo>
                    <a:pt x="68023" y="425199"/>
                  </a:lnTo>
                  <a:cubicBezTo>
                    <a:pt x="30455" y="425199"/>
                    <a:pt x="0" y="394744"/>
                    <a:pt x="0" y="357176"/>
                  </a:cubicBezTo>
                  <a:lnTo>
                    <a:pt x="0" y="68023"/>
                  </a:lnTo>
                  <a:cubicBezTo>
                    <a:pt x="0" y="30455"/>
                    <a:pt x="30455" y="0"/>
                    <a:pt x="68023" y="0"/>
                  </a:cubicBezTo>
                  <a:close/>
                </a:path>
              </a:pathLst>
            </a:custGeom>
            <a:solidFill>
              <a:srgbClr val="FFE8A3"/>
            </a:solidFill>
          </p:spPr>
        </p:sp>
        <p:sp>
          <p:nvSpPr>
            <p:cNvPr name="TextBox 21" id="21"/>
            <p:cNvSpPr txBox="true"/>
            <p:nvPr/>
          </p:nvSpPr>
          <p:spPr>
            <a:xfrm>
              <a:off x="0" y="-47625"/>
              <a:ext cx="1708612" cy="472824"/>
            </a:xfrm>
            <a:prstGeom prst="rect">
              <a:avLst/>
            </a:prstGeom>
          </p:spPr>
          <p:txBody>
            <a:bodyPr anchor="ctr" rtlCol="false" tIns="50800" lIns="50800" bIns="50800" rIns="50800"/>
            <a:lstStyle/>
            <a:p>
              <a:pPr algn="ctr">
                <a:lnSpc>
                  <a:spcPts val="2399"/>
                </a:lnSpc>
              </a:pPr>
            </a:p>
          </p:txBody>
        </p:sp>
      </p:grpSp>
      <p:grpSp>
        <p:nvGrpSpPr>
          <p:cNvPr name="Group 22" id="22"/>
          <p:cNvGrpSpPr/>
          <p:nvPr/>
        </p:nvGrpSpPr>
        <p:grpSpPr>
          <a:xfrm rot="0">
            <a:off x="6512647" y="6292738"/>
            <a:ext cx="1795570" cy="1059788"/>
            <a:chOff x="0" y="0"/>
            <a:chExt cx="921211" cy="543720"/>
          </a:xfrm>
        </p:grpSpPr>
        <p:sp>
          <p:nvSpPr>
            <p:cNvPr name="Freeform 23" id="23"/>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38AEB6"/>
            </a:solidFill>
          </p:spPr>
        </p:sp>
        <p:sp>
          <p:nvSpPr>
            <p:cNvPr name="TextBox 24" id="24"/>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6953337" y="6406108"/>
            <a:ext cx="925026"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03</a:t>
            </a:r>
          </a:p>
        </p:txBody>
      </p:sp>
      <p:grpSp>
        <p:nvGrpSpPr>
          <p:cNvPr name="Group 26" id="26"/>
          <p:cNvGrpSpPr/>
          <p:nvPr/>
        </p:nvGrpSpPr>
        <p:grpSpPr>
          <a:xfrm rot="0">
            <a:off x="6512647" y="8203118"/>
            <a:ext cx="1795570" cy="1059788"/>
            <a:chOff x="0" y="0"/>
            <a:chExt cx="921211" cy="543720"/>
          </a:xfrm>
        </p:grpSpPr>
        <p:sp>
          <p:nvSpPr>
            <p:cNvPr name="Freeform 27" id="27"/>
            <p:cNvSpPr/>
            <p:nvPr/>
          </p:nvSpPr>
          <p:spPr>
            <a:xfrm flipH="false" flipV="false" rot="0">
              <a:off x="25817" y="0"/>
              <a:ext cx="878194" cy="543720"/>
            </a:xfrm>
            <a:custGeom>
              <a:avLst/>
              <a:gdLst/>
              <a:ahLst/>
              <a:cxnLst/>
              <a:rect r="r" b="b" t="t" l="l"/>
              <a:pathLst>
                <a:path h="543720" w="878194">
                  <a:moveTo>
                    <a:pt x="25923" y="0"/>
                  </a:moveTo>
                  <a:lnTo>
                    <a:pt x="640454" y="0"/>
                  </a:lnTo>
                  <a:cubicBezTo>
                    <a:pt x="673018" y="0"/>
                    <a:pt x="703674" y="15360"/>
                    <a:pt x="723170" y="41443"/>
                  </a:cubicBezTo>
                  <a:lnTo>
                    <a:pt x="864418" y="230417"/>
                  </a:lnTo>
                  <a:cubicBezTo>
                    <a:pt x="882786" y="254993"/>
                    <a:pt x="882786" y="288728"/>
                    <a:pt x="864418" y="313303"/>
                  </a:cubicBezTo>
                  <a:lnTo>
                    <a:pt x="723170" y="502278"/>
                  </a:lnTo>
                  <a:cubicBezTo>
                    <a:pt x="703674" y="528361"/>
                    <a:pt x="673018" y="543720"/>
                    <a:pt x="640454" y="543720"/>
                  </a:cubicBezTo>
                  <a:lnTo>
                    <a:pt x="25923" y="543720"/>
                  </a:lnTo>
                  <a:cubicBezTo>
                    <a:pt x="16112" y="543720"/>
                    <a:pt x="7141" y="538181"/>
                    <a:pt x="2746" y="529409"/>
                  </a:cubicBezTo>
                  <a:cubicBezTo>
                    <a:pt x="-1649" y="520638"/>
                    <a:pt x="-715" y="510136"/>
                    <a:pt x="5159" y="502278"/>
                  </a:cubicBezTo>
                  <a:lnTo>
                    <a:pt x="146407" y="313303"/>
                  </a:lnTo>
                  <a:cubicBezTo>
                    <a:pt x="164776" y="288728"/>
                    <a:pt x="164776" y="254993"/>
                    <a:pt x="146407" y="230417"/>
                  </a:cubicBezTo>
                  <a:lnTo>
                    <a:pt x="5159" y="41443"/>
                  </a:lnTo>
                  <a:cubicBezTo>
                    <a:pt x="-715" y="33584"/>
                    <a:pt x="-1649" y="23083"/>
                    <a:pt x="2746" y="14311"/>
                  </a:cubicBezTo>
                  <a:cubicBezTo>
                    <a:pt x="7141" y="5539"/>
                    <a:pt x="16112" y="0"/>
                    <a:pt x="25923" y="0"/>
                  </a:cubicBezTo>
                  <a:close/>
                </a:path>
              </a:pathLst>
            </a:custGeom>
            <a:solidFill>
              <a:srgbClr val="DDA707"/>
            </a:solidFill>
          </p:spPr>
        </p:sp>
        <p:sp>
          <p:nvSpPr>
            <p:cNvPr name="TextBox 28" id="28"/>
            <p:cNvSpPr txBox="true"/>
            <p:nvPr/>
          </p:nvSpPr>
          <p:spPr>
            <a:xfrm>
              <a:off x="177800" y="-38100"/>
              <a:ext cx="667211" cy="58182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6953337" y="8316488"/>
            <a:ext cx="904789" cy="780226"/>
          </a:xfrm>
          <a:prstGeom prst="rect">
            <a:avLst/>
          </a:prstGeom>
        </p:spPr>
        <p:txBody>
          <a:bodyPr anchor="t" rtlCol="false" tIns="0" lIns="0" bIns="0" rIns="0">
            <a:spAutoFit/>
          </a:bodyPr>
          <a:lstStyle/>
          <a:p>
            <a:pPr algn="ctr" marL="0" indent="0" lvl="1">
              <a:lnSpc>
                <a:spcPts val="6422"/>
              </a:lnSpc>
              <a:spcBef>
                <a:spcPct val="0"/>
              </a:spcBef>
            </a:pPr>
            <a:r>
              <a:rPr lang="en-US" b="true" sz="4587" spc="192" strike="noStrike" u="none">
                <a:solidFill>
                  <a:srgbClr val="FFFFFF"/>
                </a:solidFill>
                <a:latin typeface="Montserrat Ultra-Bold"/>
                <a:ea typeface="Montserrat Ultra-Bold"/>
                <a:cs typeface="Montserrat Ultra-Bold"/>
                <a:sym typeface="Montserrat Ultra-Bold"/>
              </a:rPr>
              <a:t>04</a:t>
            </a:r>
          </a:p>
        </p:txBody>
      </p:sp>
      <p:grpSp>
        <p:nvGrpSpPr>
          <p:cNvPr name="Group 30" id="30"/>
          <p:cNvGrpSpPr/>
          <p:nvPr/>
        </p:nvGrpSpPr>
        <p:grpSpPr>
          <a:xfrm rot="0">
            <a:off x="9128157" y="2385687"/>
            <a:ext cx="7753260" cy="1230586"/>
            <a:chOff x="0" y="0"/>
            <a:chExt cx="10337680" cy="1640781"/>
          </a:xfrm>
        </p:grpSpPr>
        <p:sp>
          <p:nvSpPr>
            <p:cNvPr name="TextBox 31" id="31"/>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2" id="32"/>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Analysis</a:t>
              </a:r>
            </a:p>
          </p:txBody>
        </p:sp>
      </p:grpSp>
      <p:grpSp>
        <p:nvGrpSpPr>
          <p:cNvPr name="Group 33" id="33"/>
          <p:cNvGrpSpPr/>
          <p:nvPr/>
        </p:nvGrpSpPr>
        <p:grpSpPr>
          <a:xfrm rot="0">
            <a:off x="9128157" y="6235593"/>
            <a:ext cx="7753260" cy="1230586"/>
            <a:chOff x="0" y="0"/>
            <a:chExt cx="10337680" cy="1640781"/>
          </a:xfrm>
        </p:grpSpPr>
        <p:sp>
          <p:nvSpPr>
            <p:cNvPr name="TextBox 34" id="34"/>
            <p:cNvSpPr txBox="true"/>
            <p:nvPr/>
          </p:nvSpPr>
          <p:spPr>
            <a:xfrm rot="0">
              <a:off x="0" y="669019"/>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5" id="35"/>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Solutions</a:t>
              </a:r>
            </a:p>
          </p:txBody>
        </p:sp>
      </p:grpSp>
      <p:grpSp>
        <p:nvGrpSpPr>
          <p:cNvPr name="Group 36" id="36"/>
          <p:cNvGrpSpPr/>
          <p:nvPr/>
        </p:nvGrpSpPr>
        <p:grpSpPr>
          <a:xfrm rot="0">
            <a:off x="9128157" y="4304462"/>
            <a:ext cx="7753260" cy="1242943"/>
            <a:chOff x="0" y="0"/>
            <a:chExt cx="10337680" cy="1657257"/>
          </a:xfrm>
        </p:grpSpPr>
        <p:sp>
          <p:nvSpPr>
            <p:cNvPr name="TextBox 37" id="37"/>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38" id="38"/>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Problem</a:t>
              </a:r>
            </a:p>
          </p:txBody>
        </p:sp>
      </p:grpSp>
      <p:grpSp>
        <p:nvGrpSpPr>
          <p:cNvPr name="Group 39" id="39"/>
          <p:cNvGrpSpPr/>
          <p:nvPr/>
        </p:nvGrpSpPr>
        <p:grpSpPr>
          <a:xfrm rot="0">
            <a:off x="9128157" y="8154367"/>
            <a:ext cx="7753260" cy="1242943"/>
            <a:chOff x="0" y="0"/>
            <a:chExt cx="10337680" cy="1657257"/>
          </a:xfrm>
        </p:grpSpPr>
        <p:sp>
          <p:nvSpPr>
            <p:cNvPr name="TextBox 40" id="40"/>
            <p:cNvSpPr txBox="true"/>
            <p:nvPr/>
          </p:nvSpPr>
          <p:spPr>
            <a:xfrm rot="0">
              <a:off x="0" y="685495"/>
              <a:ext cx="10337680" cy="971762"/>
            </a:xfrm>
            <a:prstGeom prst="rect">
              <a:avLst/>
            </a:prstGeom>
          </p:spPr>
          <p:txBody>
            <a:bodyPr anchor="t" rtlCol="false" tIns="0" lIns="0" bIns="0" rIns="0">
              <a:spAutoFit/>
            </a:bodyPr>
            <a:lstStyle/>
            <a:p>
              <a:pPr algn="l"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Enim praesent elementum facilisis leo vel fringilla est ullamcorper. Cras sed felis eget velit aliquet. Nunc mattis enim ut tellus.</a:t>
              </a:r>
            </a:p>
          </p:txBody>
        </p:sp>
        <p:sp>
          <p:nvSpPr>
            <p:cNvPr name="TextBox 41" id="41"/>
            <p:cNvSpPr txBox="true"/>
            <p:nvPr/>
          </p:nvSpPr>
          <p:spPr>
            <a:xfrm rot="0">
              <a:off x="0" y="-47625"/>
              <a:ext cx="7620000" cy="553640"/>
            </a:xfrm>
            <a:prstGeom prst="rect">
              <a:avLst/>
            </a:prstGeom>
          </p:spPr>
          <p:txBody>
            <a:bodyPr anchor="t" rtlCol="false" tIns="0" lIns="0" bIns="0" rIns="0">
              <a:spAutoFit/>
            </a:bodyPr>
            <a:lstStyle/>
            <a:p>
              <a:pPr algn="l" marL="0" indent="0" lvl="0">
                <a:lnSpc>
                  <a:spcPts val="3525"/>
                </a:lnSpc>
              </a:pPr>
              <a:r>
                <a:rPr lang="en-US" b="true" sz="2518">
                  <a:solidFill>
                    <a:srgbClr val="1C1C1A"/>
                  </a:solidFill>
                  <a:latin typeface="Montserrat Bold"/>
                  <a:ea typeface="Montserrat Bold"/>
                  <a:cs typeface="Montserrat Bold"/>
                  <a:sym typeface="Montserrat Bold"/>
                </a:rPr>
                <a:t>Results</a:t>
              </a:r>
            </a:p>
          </p:txBody>
        </p:sp>
      </p:grpSp>
      <p:sp>
        <p:nvSpPr>
          <p:cNvPr name="TextBox 42" id="42"/>
          <p:cNvSpPr txBox="true"/>
          <p:nvPr/>
        </p:nvSpPr>
        <p:spPr>
          <a:xfrm rot="0">
            <a:off x="1667326" y="2624614"/>
            <a:ext cx="4673519" cy="571946"/>
          </a:xfrm>
          <a:prstGeom prst="rect">
            <a:avLst/>
          </a:prstGeom>
        </p:spPr>
        <p:txBody>
          <a:bodyPr anchor="t" rtlCol="false" tIns="0" lIns="0" bIns="0" rIns="0">
            <a:spAutoFit/>
          </a:bodyPr>
          <a:lstStyle/>
          <a:p>
            <a:pPr algn="l" marL="0" indent="0" lvl="0">
              <a:lnSpc>
                <a:spcPts val="4700"/>
              </a:lnSpc>
              <a:spcBef>
                <a:spcPct val="0"/>
              </a:spcBef>
            </a:pPr>
            <a:r>
              <a:rPr lang="en-US" b="true" sz="3357">
                <a:solidFill>
                  <a:srgbClr val="1C1C1A"/>
                </a:solidFill>
                <a:latin typeface="Montserrat Ultra-Bold"/>
                <a:ea typeface="Montserrat Ultra-Bold"/>
                <a:cs typeface="Montserrat Ultra-Bold"/>
                <a:sym typeface="Montserrat Ultra-Bold"/>
              </a:rPr>
              <a:t>Gr</a:t>
            </a:r>
            <a:r>
              <a:rPr lang="en-US" b="true" sz="3357">
                <a:solidFill>
                  <a:srgbClr val="1C1C1A"/>
                </a:solidFill>
                <a:latin typeface="Montserrat Ultra-Bold"/>
                <a:ea typeface="Montserrat Ultra-Bold"/>
                <a:cs typeface="Montserrat Ultra-Bold"/>
                <a:sym typeface="Montserrat Ultra-Bold"/>
              </a:rPr>
              <a:t>eat idea</a:t>
            </a:r>
          </a:p>
        </p:txBody>
      </p:sp>
      <p:sp>
        <p:nvSpPr>
          <p:cNvPr name="TextBox 43" id="43"/>
          <p:cNvSpPr txBox="true"/>
          <p:nvPr/>
        </p:nvSpPr>
        <p:spPr>
          <a:xfrm rot="0">
            <a:off x="1667326" y="4588706"/>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Creative idea</a:t>
            </a:r>
          </a:p>
        </p:txBody>
      </p:sp>
      <p:sp>
        <p:nvSpPr>
          <p:cNvPr name="TextBox 44" id="44"/>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5" id="45"/>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Four ideas</a:t>
            </a:r>
          </a:p>
        </p:txBody>
      </p:sp>
      <p:sp>
        <p:nvSpPr>
          <p:cNvPr name="TextBox 46" id="46"/>
          <p:cNvSpPr txBox="true"/>
          <p:nvPr/>
        </p:nvSpPr>
        <p:spPr>
          <a:xfrm rot="0">
            <a:off x="1667326" y="6561243"/>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Simple idea</a:t>
            </a:r>
          </a:p>
        </p:txBody>
      </p:sp>
      <p:sp>
        <p:nvSpPr>
          <p:cNvPr name="TextBox 47" id="47"/>
          <p:cNvSpPr txBox="true"/>
          <p:nvPr/>
        </p:nvSpPr>
        <p:spPr>
          <a:xfrm rot="0">
            <a:off x="1667326" y="8533780"/>
            <a:ext cx="4673519" cy="580391"/>
          </a:xfrm>
          <a:prstGeom prst="rect">
            <a:avLst/>
          </a:prstGeom>
        </p:spPr>
        <p:txBody>
          <a:bodyPr anchor="t" rtlCol="false" tIns="0" lIns="0" bIns="0" rIns="0">
            <a:spAutoFit/>
          </a:bodyPr>
          <a:lstStyle/>
          <a:p>
            <a:pPr algn="l" marL="0" indent="0" lvl="0">
              <a:lnSpc>
                <a:spcPts val="4759"/>
              </a:lnSpc>
              <a:spcBef>
                <a:spcPct val="0"/>
              </a:spcBef>
            </a:pPr>
            <a:r>
              <a:rPr lang="en-US" b="true" sz="3399">
                <a:solidFill>
                  <a:srgbClr val="1C1C1A"/>
                </a:solidFill>
                <a:latin typeface="Montserrat Ultra-Bold"/>
                <a:ea typeface="Montserrat Ultra-Bold"/>
                <a:cs typeface="Montserrat Ultra-Bold"/>
                <a:sym typeface="Montserrat Ultra-Bold"/>
              </a:rPr>
              <a:t>Original idea</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5400000">
            <a:off x="3428150" y="4556295"/>
            <a:ext cx="1498088" cy="446650"/>
            <a:chOff x="0" y="0"/>
            <a:chExt cx="361780" cy="107864"/>
          </a:xfrm>
        </p:grpSpPr>
        <p:sp>
          <p:nvSpPr>
            <p:cNvPr name="Freeform 3" id="3"/>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9366E4"/>
            </a:solidFill>
          </p:spPr>
        </p:sp>
        <p:sp>
          <p:nvSpPr>
            <p:cNvPr name="TextBox 4" id="4"/>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5" id="5"/>
          <p:cNvGrpSpPr/>
          <p:nvPr/>
        </p:nvGrpSpPr>
        <p:grpSpPr>
          <a:xfrm rot="0">
            <a:off x="1338591" y="2686877"/>
            <a:ext cx="2609972" cy="3677117"/>
            <a:chOff x="0" y="0"/>
            <a:chExt cx="736265" cy="1037303"/>
          </a:xfrm>
        </p:grpSpPr>
        <p:sp>
          <p:nvSpPr>
            <p:cNvPr name="Freeform 6" id="6"/>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7" id="7"/>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1960231" y="1970789"/>
            <a:ext cx="1366693" cy="136669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1600856" y="4163930"/>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12" id="12"/>
          <p:cNvSpPr txBox="true"/>
          <p:nvPr/>
        </p:nvSpPr>
        <p:spPr>
          <a:xfrm rot="0">
            <a:off x="1216194"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13" id="13"/>
          <p:cNvSpPr txBox="true"/>
          <p:nvPr/>
        </p:nvSpPr>
        <p:spPr>
          <a:xfrm rot="0">
            <a:off x="1242079"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14" id="14"/>
          <p:cNvGrpSpPr/>
          <p:nvPr/>
        </p:nvGrpSpPr>
        <p:grpSpPr>
          <a:xfrm rot="5400000">
            <a:off x="6677774" y="4556295"/>
            <a:ext cx="1498088" cy="446650"/>
            <a:chOff x="0" y="0"/>
            <a:chExt cx="361780" cy="107864"/>
          </a:xfrm>
        </p:grpSpPr>
        <p:sp>
          <p:nvSpPr>
            <p:cNvPr name="Freeform 15" id="15"/>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E46671"/>
            </a:solidFill>
          </p:spPr>
        </p:sp>
        <p:sp>
          <p:nvSpPr>
            <p:cNvPr name="TextBox 16" id="16"/>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0">
            <a:off x="4608453" y="2686877"/>
            <a:ext cx="2609972" cy="3677117"/>
            <a:chOff x="0" y="0"/>
            <a:chExt cx="736265" cy="1037303"/>
          </a:xfrm>
        </p:grpSpPr>
        <p:sp>
          <p:nvSpPr>
            <p:cNvPr name="Freeform 18" id="18"/>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BEC4"/>
            </a:solidFill>
          </p:spPr>
        </p:sp>
        <p:sp>
          <p:nvSpPr>
            <p:cNvPr name="TextBox 19" id="19"/>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20" id="20"/>
          <p:cNvGrpSpPr/>
          <p:nvPr/>
        </p:nvGrpSpPr>
        <p:grpSpPr>
          <a:xfrm rot="0">
            <a:off x="5230093" y="1970789"/>
            <a:ext cx="1366693" cy="136669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22" id="22"/>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3" id="23"/>
          <p:cNvSpPr txBox="true"/>
          <p:nvPr/>
        </p:nvSpPr>
        <p:spPr>
          <a:xfrm rot="0">
            <a:off x="4870718"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24" id="24"/>
          <p:cNvSpPr txBox="true"/>
          <p:nvPr/>
        </p:nvSpPr>
        <p:spPr>
          <a:xfrm rot="0">
            <a:off x="4486056"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25" id="25"/>
          <p:cNvSpPr txBox="true"/>
          <p:nvPr/>
        </p:nvSpPr>
        <p:spPr>
          <a:xfrm rot="0">
            <a:off x="451194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26" id="26"/>
          <p:cNvGrpSpPr/>
          <p:nvPr/>
        </p:nvGrpSpPr>
        <p:grpSpPr>
          <a:xfrm rot="5400000">
            <a:off x="9922824" y="4556295"/>
            <a:ext cx="1498088" cy="446650"/>
            <a:chOff x="0" y="0"/>
            <a:chExt cx="361780" cy="107864"/>
          </a:xfrm>
        </p:grpSpPr>
        <p:sp>
          <p:nvSpPr>
            <p:cNvPr name="Freeform 27" id="27"/>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DDA707"/>
            </a:solidFill>
          </p:spPr>
        </p:sp>
        <p:sp>
          <p:nvSpPr>
            <p:cNvPr name="TextBox 28" id="28"/>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29" id="29"/>
          <p:cNvGrpSpPr/>
          <p:nvPr/>
        </p:nvGrpSpPr>
        <p:grpSpPr>
          <a:xfrm rot="0">
            <a:off x="7858077" y="2686877"/>
            <a:ext cx="2609972" cy="3677117"/>
            <a:chOff x="0" y="0"/>
            <a:chExt cx="736265" cy="1037303"/>
          </a:xfrm>
        </p:grpSpPr>
        <p:sp>
          <p:nvSpPr>
            <p:cNvPr name="Freeform 30" id="30"/>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FFE8A3"/>
            </a:solidFill>
          </p:spPr>
        </p:sp>
        <p:sp>
          <p:nvSpPr>
            <p:cNvPr name="TextBox 31" id="31"/>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32" id="32"/>
          <p:cNvGrpSpPr/>
          <p:nvPr/>
        </p:nvGrpSpPr>
        <p:grpSpPr>
          <a:xfrm rot="0">
            <a:off x="8479717" y="1970789"/>
            <a:ext cx="1366693" cy="1366693"/>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34" id="3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5" id="35"/>
          <p:cNvSpPr txBox="true"/>
          <p:nvPr/>
        </p:nvSpPr>
        <p:spPr>
          <a:xfrm rot="0">
            <a:off x="8120342"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36" id="36"/>
          <p:cNvSpPr txBox="true"/>
          <p:nvPr/>
        </p:nvSpPr>
        <p:spPr>
          <a:xfrm rot="0">
            <a:off x="773568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37" id="37"/>
          <p:cNvSpPr txBox="true"/>
          <p:nvPr/>
        </p:nvSpPr>
        <p:spPr>
          <a:xfrm rot="0">
            <a:off x="776156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38" id="38"/>
          <p:cNvGrpSpPr/>
          <p:nvPr/>
        </p:nvGrpSpPr>
        <p:grpSpPr>
          <a:xfrm rot="5400000">
            <a:off x="13163240" y="4556295"/>
            <a:ext cx="1498088" cy="446650"/>
            <a:chOff x="0" y="0"/>
            <a:chExt cx="361780" cy="107864"/>
          </a:xfrm>
        </p:grpSpPr>
        <p:sp>
          <p:nvSpPr>
            <p:cNvPr name="Freeform 39" id="39"/>
            <p:cNvSpPr/>
            <p:nvPr/>
          </p:nvSpPr>
          <p:spPr>
            <a:xfrm flipH="false" flipV="false" rot="0">
              <a:off x="29951" y="11391"/>
              <a:ext cx="301878" cy="96473"/>
            </a:xfrm>
            <a:custGeom>
              <a:avLst/>
              <a:gdLst/>
              <a:ahLst/>
              <a:cxnLst/>
              <a:rect r="r" b="b" t="t" l="l"/>
              <a:pathLst>
                <a:path h="96473" w="301878">
                  <a:moveTo>
                    <a:pt x="186448" y="9783"/>
                  </a:moveTo>
                  <a:lnTo>
                    <a:pt x="296320" y="75299"/>
                  </a:lnTo>
                  <a:cubicBezTo>
                    <a:pt x="300722" y="77924"/>
                    <a:pt x="302829" y="83166"/>
                    <a:pt x="301468" y="88108"/>
                  </a:cubicBezTo>
                  <a:cubicBezTo>
                    <a:pt x="300106" y="93049"/>
                    <a:pt x="295612" y="96473"/>
                    <a:pt x="290486" y="96473"/>
                  </a:cubicBezTo>
                  <a:lnTo>
                    <a:pt x="11392" y="96473"/>
                  </a:lnTo>
                  <a:cubicBezTo>
                    <a:pt x="6266" y="96473"/>
                    <a:pt x="1772" y="93049"/>
                    <a:pt x="411" y="88108"/>
                  </a:cubicBezTo>
                  <a:cubicBezTo>
                    <a:pt x="-951" y="83166"/>
                    <a:pt x="1156" y="77924"/>
                    <a:pt x="5558" y="75299"/>
                  </a:cubicBezTo>
                  <a:lnTo>
                    <a:pt x="115430" y="9783"/>
                  </a:lnTo>
                  <a:cubicBezTo>
                    <a:pt x="137306" y="-3262"/>
                    <a:pt x="164573" y="-3262"/>
                    <a:pt x="186448" y="9783"/>
                  </a:cubicBezTo>
                  <a:close/>
                </a:path>
              </a:pathLst>
            </a:custGeom>
            <a:solidFill>
              <a:srgbClr val="38AEB6"/>
            </a:solidFill>
          </p:spPr>
        </p:sp>
        <p:sp>
          <p:nvSpPr>
            <p:cNvPr name="TextBox 40" id="40"/>
            <p:cNvSpPr txBox="true"/>
            <p:nvPr/>
          </p:nvSpPr>
          <p:spPr>
            <a:xfrm>
              <a:off x="56528" y="11980"/>
              <a:ext cx="248724" cy="88180"/>
            </a:xfrm>
            <a:prstGeom prst="rect">
              <a:avLst/>
            </a:prstGeom>
          </p:spPr>
          <p:txBody>
            <a:bodyPr anchor="ctr" rtlCol="false" tIns="71438" lIns="71438" bIns="71438" rIns="71438"/>
            <a:lstStyle/>
            <a:p>
              <a:pPr algn="ctr">
                <a:lnSpc>
                  <a:spcPts val="2756"/>
                </a:lnSpc>
              </a:pPr>
            </a:p>
          </p:txBody>
        </p:sp>
      </p:grpSp>
      <p:grpSp>
        <p:nvGrpSpPr>
          <p:cNvPr name="Group 41" id="41"/>
          <p:cNvGrpSpPr/>
          <p:nvPr/>
        </p:nvGrpSpPr>
        <p:grpSpPr>
          <a:xfrm rot="0">
            <a:off x="11103127" y="2686877"/>
            <a:ext cx="2609972" cy="3677117"/>
            <a:chOff x="0" y="0"/>
            <a:chExt cx="736265" cy="1037303"/>
          </a:xfrm>
        </p:grpSpPr>
        <p:sp>
          <p:nvSpPr>
            <p:cNvPr name="Freeform 42" id="42"/>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B5EBEF"/>
            </a:solidFill>
            <a:ln cap="rnd">
              <a:noFill/>
              <a:prstDash val="solid"/>
              <a:round/>
            </a:ln>
          </p:spPr>
        </p:sp>
        <p:sp>
          <p:nvSpPr>
            <p:cNvPr name="TextBox 43" id="43"/>
            <p:cNvSpPr txBox="true"/>
            <p:nvPr/>
          </p:nvSpPr>
          <p:spPr>
            <a:xfrm>
              <a:off x="0" y="-38100"/>
              <a:ext cx="736265" cy="1075403"/>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4" id="44"/>
          <p:cNvGrpSpPr/>
          <p:nvPr/>
        </p:nvGrpSpPr>
        <p:grpSpPr>
          <a:xfrm rot="0">
            <a:off x="11724767" y="1970789"/>
            <a:ext cx="1366693" cy="136669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6" id="4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7" id="47"/>
          <p:cNvSpPr txBox="true"/>
          <p:nvPr/>
        </p:nvSpPr>
        <p:spPr>
          <a:xfrm rot="0">
            <a:off x="11365391" y="4163926"/>
            <a:ext cx="2085443" cy="1726565"/>
          </a:xfrm>
          <a:prstGeom prst="rect">
            <a:avLst/>
          </a:prstGeom>
        </p:spPr>
        <p:txBody>
          <a:bodyPr anchor="t" rtlCol="false" tIns="0" lIns="0" bIns="0" rIns="0">
            <a:spAutoFit/>
          </a:bodyPr>
          <a:lstStyle/>
          <a:p>
            <a:pPr algn="ctr" marL="0" indent="0" lvl="0">
              <a:lnSpc>
                <a:spcPts val="1960"/>
              </a:lnSpc>
              <a:spcBef>
                <a:spcPct val="0"/>
              </a:spcBef>
            </a:pPr>
            <a:r>
              <a:rPr lang="en-US" sz="1400"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10980730" y="7684838"/>
            <a:ext cx="2854766" cy="228600"/>
          </a:xfrm>
          <a:prstGeom prst="rect">
            <a:avLst/>
          </a:prstGeom>
        </p:spPr>
        <p:txBody>
          <a:bodyPr anchor="t" rtlCol="false" tIns="0" lIns="0" bIns="0" rIns="0">
            <a:spAutoFit/>
          </a:bodyPr>
          <a:lstStyle/>
          <a:p>
            <a:pPr algn="ctr" marL="0" indent="0" lvl="0">
              <a:lnSpc>
                <a:spcPts val="1725"/>
              </a:lnSpc>
            </a:pPr>
            <a:r>
              <a:rPr lang="en-US" b="true" sz="1500">
                <a:solidFill>
                  <a:srgbClr val="FFFFFF"/>
                </a:solidFill>
                <a:latin typeface="Montserrat Bold"/>
                <a:ea typeface="Montserrat Bold"/>
                <a:cs typeface="Montserrat Bold"/>
                <a:sym typeface="Montserrat Bold"/>
              </a:rPr>
              <a:t>Responsible</a:t>
            </a:r>
          </a:p>
        </p:txBody>
      </p:sp>
      <p:sp>
        <p:nvSpPr>
          <p:cNvPr name="TextBox 49" id="49"/>
          <p:cNvSpPr txBox="true"/>
          <p:nvPr/>
        </p:nvSpPr>
        <p:spPr>
          <a:xfrm rot="0">
            <a:off x="11006615"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grpSp>
        <p:nvGrpSpPr>
          <p:cNvPr name="Group 50" id="50"/>
          <p:cNvGrpSpPr/>
          <p:nvPr/>
        </p:nvGrpSpPr>
        <p:grpSpPr>
          <a:xfrm rot="0">
            <a:off x="14367683" y="2686877"/>
            <a:ext cx="2609972" cy="3677117"/>
            <a:chOff x="0" y="0"/>
            <a:chExt cx="736265" cy="1037303"/>
          </a:xfrm>
        </p:grpSpPr>
        <p:sp>
          <p:nvSpPr>
            <p:cNvPr name="Freeform 51" id="51"/>
            <p:cNvSpPr/>
            <p:nvPr/>
          </p:nvSpPr>
          <p:spPr>
            <a:xfrm flipH="false" flipV="false" rot="0">
              <a:off x="0" y="0"/>
              <a:ext cx="736265" cy="1037303"/>
            </a:xfrm>
            <a:custGeom>
              <a:avLst/>
              <a:gdLst/>
              <a:ahLst/>
              <a:cxnLst/>
              <a:rect r="r" b="b" t="t" l="l"/>
              <a:pathLst>
                <a:path h="1037303" w="736265">
                  <a:moveTo>
                    <a:pt x="106786" y="0"/>
                  </a:moveTo>
                  <a:lnTo>
                    <a:pt x="629479" y="0"/>
                  </a:lnTo>
                  <a:cubicBezTo>
                    <a:pt x="688455" y="0"/>
                    <a:pt x="736265" y="47810"/>
                    <a:pt x="736265" y="106786"/>
                  </a:cubicBezTo>
                  <a:lnTo>
                    <a:pt x="736265" y="930517"/>
                  </a:lnTo>
                  <a:cubicBezTo>
                    <a:pt x="736265" y="958838"/>
                    <a:pt x="725014" y="986000"/>
                    <a:pt x="704988" y="1006026"/>
                  </a:cubicBezTo>
                  <a:cubicBezTo>
                    <a:pt x="684962" y="1026052"/>
                    <a:pt x="657800" y="1037303"/>
                    <a:pt x="629479" y="1037303"/>
                  </a:cubicBezTo>
                  <a:lnTo>
                    <a:pt x="106786" y="1037303"/>
                  </a:lnTo>
                  <a:cubicBezTo>
                    <a:pt x="78465" y="1037303"/>
                    <a:pt x="51303" y="1026052"/>
                    <a:pt x="31277" y="1006026"/>
                  </a:cubicBezTo>
                  <a:cubicBezTo>
                    <a:pt x="11251" y="986000"/>
                    <a:pt x="0" y="958838"/>
                    <a:pt x="0" y="930517"/>
                  </a:cubicBezTo>
                  <a:lnTo>
                    <a:pt x="0" y="106786"/>
                  </a:lnTo>
                  <a:cubicBezTo>
                    <a:pt x="0" y="78465"/>
                    <a:pt x="11251" y="51303"/>
                    <a:pt x="31277" y="31277"/>
                  </a:cubicBezTo>
                  <a:cubicBezTo>
                    <a:pt x="51303" y="11251"/>
                    <a:pt x="78465" y="0"/>
                    <a:pt x="106786" y="0"/>
                  </a:cubicBezTo>
                  <a:close/>
                </a:path>
              </a:pathLst>
            </a:custGeom>
            <a:solidFill>
              <a:srgbClr val="EAE0FF"/>
            </a:solidFill>
          </p:spPr>
        </p:sp>
        <p:sp>
          <p:nvSpPr>
            <p:cNvPr name="TextBox 52" id="52"/>
            <p:cNvSpPr txBox="true"/>
            <p:nvPr/>
          </p:nvSpPr>
          <p:spPr>
            <a:xfrm>
              <a:off x="0" y="-38100"/>
              <a:ext cx="736265" cy="1075403"/>
            </a:xfrm>
            <a:prstGeom prst="rect">
              <a:avLst/>
            </a:prstGeom>
          </p:spPr>
          <p:txBody>
            <a:bodyPr anchor="ctr" rtlCol="false" tIns="71438" lIns="71438" bIns="71438" rIns="71438"/>
            <a:lstStyle/>
            <a:p>
              <a:pPr algn="ctr">
                <a:lnSpc>
                  <a:spcPts val="2756"/>
                </a:lnSpc>
              </a:pPr>
            </a:p>
          </p:txBody>
        </p:sp>
      </p:grpSp>
      <p:grpSp>
        <p:nvGrpSpPr>
          <p:cNvPr name="Group 53" id="53"/>
          <p:cNvGrpSpPr/>
          <p:nvPr/>
        </p:nvGrpSpPr>
        <p:grpSpPr>
          <a:xfrm rot="0">
            <a:off x="14989322" y="1970789"/>
            <a:ext cx="1366693" cy="1366693"/>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5" id="5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6" id="56"/>
          <p:cNvSpPr txBox="true"/>
          <p:nvPr/>
        </p:nvSpPr>
        <p:spPr>
          <a:xfrm rot="0">
            <a:off x="14629947" y="4163926"/>
            <a:ext cx="2085443" cy="1726565"/>
          </a:xfrm>
          <a:prstGeom prst="rect">
            <a:avLst/>
          </a:prstGeom>
        </p:spPr>
        <p:txBody>
          <a:bodyPr anchor="t" rtlCol="false" tIns="0" lIns="0" bIns="0" rIns="0">
            <a:spAutoFit/>
          </a:bodyPr>
          <a:lstStyle/>
          <a:p>
            <a:pPr algn="ctr"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7" id="57"/>
          <p:cNvSpPr txBox="true"/>
          <p:nvPr/>
        </p:nvSpPr>
        <p:spPr>
          <a:xfrm rot="0">
            <a:off x="14245286" y="7684838"/>
            <a:ext cx="2854766" cy="228600"/>
          </a:xfrm>
          <a:prstGeom prst="rect">
            <a:avLst/>
          </a:prstGeom>
        </p:spPr>
        <p:txBody>
          <a:bodyPr anchor="t" rtlCol="false" tIns="0" lIns="0" bIns="0" rIns="0">
            <a:spAutoFit/>
          </a:bodyPr>
          <a:lstStyle/>
          <a:p>
            <a:pPr algn="ctr" marL="0" indent="0" lvl="0">
              <a:lnSpc>
                <a:spcPts val="1725"/>
              </a:lnSpc>
              <a:spcBef>
                <a:spcPct val="0"/>
              </a:spcBef>
            </a:pPr>
            <a:r>
              <a:rPr lang="en-US" b="true" sz="1500">
                <a:solidFill>
                  <a:srgbClr val="FFFFFF"/>
                </a:solidFill>
                <a:latin typeface="Montserrat Bold"/>
                <a:ea typeface="Montserrat Bold"/>
                <a:cs typeface="Montserrat Bold"/>
                <a:sym typeface="Montserrat Bold"/>
              </a:rPr>
              <a:t>Responsible</a:t>
            </a:r>
          </a:p>
        </p:txBody>
      </p:sp>
      <p:sp>
        <p:nvSpPr>
          <p:cNvPr name="TextBox 58" id="58"/>
          <p:cNvSpPr txBox="true"/>
          <p:nvPr/>
        </p:nvSpPr>
        <p:spPr>
          <a:xfrm rot="0">
            <a:off x="14271171" y="8122988"/>
            <a:ext cx="2802996" cy="1088326"/>
          </a:xfrm>
          <a:prstGeom prst="rect">
            <a:avLst/>
          </a:prstGeom>
        </p:spPr>
        <p:txBody>
          <a:bodyPr anchor="t" rtlCol="false" tIns="0" lIns="0" bIns="0" rIns="0">
            <a:spAutoFit/>
          </a:bodyPr>
          <a:lstStyle/>
          <a:p>
            <a:pPr algn="ctr" marL="0" indent="0" lvl="0">
              <a:lnSpc>
                <a:spcPts val="1777"/>
              </a:lnSpc>
            </a:pPr>
            <a:r>
              <a:rPr lang="en-US" b="true" sz="1185" spc="21">
                <a:solidFill>
                  <a:srgbClr val="403F3F"/>
                </a:solidFill>
                <a:latin typeface="Montserrat Medium"/>
                <a:ea typeface="Montserrat Medium"/>
                <a:cs typeface="Montserrat Medium"/>
                <a:sym typeface="Montserrat Medium"/>
              </a:rPr>
              <a:t>Lorem ipsum dolor sit amet, consectetur adipiscing elit, sed do eiusmod tempor incididunt ut labore et dolore magna aliqua. Ut enim ad minim</a:t>
            </a:r>
          </a:p>
        </p:txBody>
      </p:sp>
      <p:sp>
        <p:nvSpPr>
          <p:cNvPr name="TextBox 59" id="59"/>
          <p:cNvSpPr txBox="true"/>
          <p:nvPr/>
        </p:nvSpPr>
        <p:spPr>
          <a:xfrm rot="0">
            <a:off x="2181540"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60" id="60"/>
          <p:cNvSpPr txBox="true"/>
          <p:nvPr/>
        </p:nvSpPr>
        <p:spPr>
          <a:xfrm rot="0">
            <a:off x="5451403"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1" id="61"/>
          <p:cNvSpPr txBox="true"/>
          <p:nvPr/>
        </p:nvSpPr>
        <p:spPr>
          <a:xfrm rot="0">
            <a:off x="870102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62" id="62"/>
          <p:cNvSpPr txBox="true"/>
          <p:nvPr/>
        </p:nvSpPr>
        <p:spPr>
          <a:xfrm rot="0">
            <a:off x="11946076"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63" id="63"/>
          <p:cNvSpPr txBox="true"/>
          <p:nvPr/>
        </p:nvSpPr>
        <p:spPr>
          <a:xfrm rot="0">
            <a:off x="15210632" y="2276317"/>
            <a:ext cx="924073"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sp>
        <p:nvSpPr>
          <p:cNvPr name="AutoShape 64" id="64"/>
          <p:cNvSpPr/>
          <p:nvPr/>
        </p:nvSpPr>
        <p:spPr>
          <a:xfrm flipV="true">
            <a:off x="2643577" y="6463433"/>
            <a:ext cx="0" cy="1108198"/>
          </a:xfrm>
          <a:prstGeom prst="line">
            <a:avLst/>
          </a:prstGeom>
          <a:ln cap="flat" w="47625">
            <a:solidFill>
              <a:srgbClr val="8D9193"/>
            </a:solidFill>
            <a:prstDash val="sysDot"/>
            <a:headEnd type="none" len="sm" w="sm"/>
            <a:tailEnd type="triangle" len="med" w="lg"/>
          </a:ln>
        </p:spPr>
      </p:sp>
      <p:sp>
        <p:nvSpPr>
          <p:cNvPr name="AutoShape 65" id="65"/>
          <p:cNvSpPr/>
          <p:nvPr/>
        </p:nvSpPr>
        <p:spPr>
          <a:xfrm flipV="true">
            <a:off x="5913439" y="6463433"/>
            <a:ext cx="0" cy="1108198"/>
          </a:xfrm>
          <a:prstGeom prst="line">
            <a:avLst/>
          </a:prstGeom>
          <a:ln cap="flat" w="47625">
            <a:solidFill>
              <a:srgbClr val="8D9193"/>
            </a:solidFill>
            <a:prstDash val="sysDot"/>
            <a:headEnd type="none" len="sm" w="sm"/>
            <a:tailEnd type="triangle" len="med" w="lg"/>
          </a:ln>
        </p:spPr>
      </p:sp>
      <p:sp>
        <p:nvSpPr>
          <p:cNvPr name="AutoShape 66" id="66"/>
          <p:cNvSpPr/>
          <p:nvPr/>
        </p:nvSpPr>
        <p:spPr>
          <a:xfrm flipV="true">
            <a:off x="9163063" y="6463433"/>
            <a:ext cx="0" cy="1108198"/>
          </a:xfrm>
          <a:prstGeom prst="line">
            <a:avLst/>
          </a:prstGeom>
          <a:ln cap="flat" w="47625">
            <a:solidFill>
              <a:srgbClr val="8D9193"/>
            </a:solidFill>
            <a:prstDash val="sysDot"/>
            <a:headEnd type="none" len="sm" w="sm"/>
            <a:tailEnd type="triangle" len="med" w="lg"/>
          </a:ln>
        </p:spPr>
      </p:sp>
      <p:sp>
        <p:nvSpPr>
          <p:cNvPr name="AutoShape 67" id="67"/>
          <p:cNvSpPr/>
          <p:nvPr/>
        </p:nvSpPr>
        <p:spPr>
          <a:xfrm flipV="true">
            <a:off x="12408113" y="6463433"/>
            <a:ext cx="0" cy="1108198"/>
          </a:xfrm>
          <a:prstGeom prst="line">
            <a:avLst/>
          </a:prstGeom>
          <a:ln cap="flat" w="47625">
            <a:solidFill>
              <a:srgbClr val="8D9193"/>
            </a:solidFill>
            <a:prstDash val="sysDot"/>
            <a:headEnd type="none" len="sm" w="sm"/>
            <a:tailEnd type="triangle" len="med" w="lg"/>
          </a:ln>
        </p:spPr>
      </p:sp>
      <p:sp>
        <p:nvSpPr>
          <p:cNvPr name="AutoShape 68" id="68"/>
          <p:cNvSpPr/>
          <p:nvPr/>
        </p:nvSpPr>
        <p:spPr>
          <a:xfrm flipV="true">
            <a:off x="15672669" y="6463433"/>
            <a:ext cx="0" cy="1108198"/>
          </a:xfrm>
          <a:prstGeom prst="line">
            <a:avLst/>
          </a:prstGeom>
          <a:ln cap="flat" w="47625">
            <a:solidFill>
              <a:srgbClr val="8D9193"/>
            </a:solidFill>
            <a:prstDash val="sysDot"/>
            <a:headEnd type="none" len="sm" w="sm"/>
            <a:tailEnd type="triangle" len="med" w="lg"/>
          </a:ln>
        </p:spPr>
      </p:sp>
      <p:grpSp>
        <p:nvGrpSpPr>
          <p:cNvPr name="Group 69" id="69"/>
          <p:cNvGrpSpPr/>
          <p:nvPr/>
        </p:nvGrpSpPr>
        <p:grpSpPr>
          <a:xfrm rot="0">
            <a:off x="2409232" y="6282704"/>
            <a:ext cx="468690" cy="361458"/>
            <a:chOff x="0" y="0"/>
            <a:chExt cx="922188" cy="711200"/>
          </a:xfrm>
        </p:grpSpPr>
        <p:sp>
          <p:nvSpPr>
            <p:cNvPr name="Freeform 70" id="7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71" id="7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2" id="72"/>
          <p:cNvGrpSpPr/>
          <p:nvPr/>
        </p:nvGrpSpPr>
        <p:grpSpPr>
          <a:xfrm rot="0">
            <a:off x="5679094" y="6282704"/>
            <a:ext cx="468690" cy="361458"/>
            <a:chOff x="0" y="0"/>
            <a:chExt cx="922188" cy="711200"/>
          </a:xfrm>
        </p:grpSpPr>
        <p:sp>
          <p:nvSpPr>
            <p:cNvPr name="Freeform 73" id="73"/>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74" id="7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5" id="75"/>
          <p:cNvGrpSpPr/>
          <p:nvPr/>
        </p:nvGrpSpPr>
        <p:grpSpPr>
          <a:xfrm rot="0">
            <a:off x="8928718" y="6282704"/>
            <a:ext cx="468690" cy="361458"/>
            <a:chOff x="0" y="0"/>
            <a:chExt cx="922188" cy="711200"/>
          </a:xfrm>
        </p:grpSpPr>
        <p:sp>
          <p:nvSpPr>
            <p:cNvPr name="Freeform 76" id="76"/>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77" id="77"/>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78" id="78"/>
          <p:cNvGrpSpPr/>
          <p:nvPr/>
        </p:nvGrpSpPr>
        <p:grpSpPr>
          <a:xfrm rot="0">
            <a:off x="12173768" y="6282704"/>
            <a:ext cx="468690" cy="361458"/>
            <a:chOff x="0" y="0"/>
            <a:chExt cx="922188" cy="711200"/>
          </a:xfrm>
        </p:grpSpPr>
        <p:sp>
          <p:nvSpPr>
            <p:cNvPr name="Freeform 79" id="79"/>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80" id="80"/>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nvGrpSpPr>
          <p:cNvPr name="Group 81" id="81"/>
          <p:cNvGrpSpPr/>
          <p:nvPr/>
        </p:nvGrpSpPr>
        <p:grpSpPr>
          <a:xfrm rot="0">
            <a:off x="15438324" y="6282704"/>
            <a:ext cx="468690" cy="361458"/>
            <a:chOff x="0" y="0"/>
            <a:chExt cx="922188" cy="711200"/>
          </a:xfrm>
        </p:grpSpPr>
        <p:sp>
          <p:nvSpPr>
            <p:cNvPr name="Freeform 82" id="82"/>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83" id="83"/>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4" id="8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
        <p:nvSpPr>
          <p:cNvPr name="TextBox 85" id="85"/>
          <p:cNvSpPr txBox="true"/>
          <p:nvPr/>
        </p:nvSpPr>
        <p:spPr>
          <a:xfrm rot="0">
            <a:off x="1642995"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a:t>
            </a:r>
            <a:r>
              <a:rPr lang="en-US" b="true" sz="1999">
                <a:solidFill>
                  <a:srgbClr val="1C1C1A"/>
                </a:solidFill>
                <a:latin typeface="Montserrat Ultra-Bold"/>
                <a:ea typeface="Montserrat Ultra-Bold"/>
                <a:cs typeface="Montserrat Ultra-Bold"/>
                <a:sym typeface="Montserrat Ultra-Bold"/>
              </a:rPr>
              <a:t>eat idea</a:t>
            </a:r>
          </a:p>
        </p:txBody>
      </p:sp>
      <p:sp>
        <p:nvSpPr>
          <p:cNvPr name="TextBox 86" id="86"/>
          <p:cNvSpPr txBox="true"/>
          <p:nvPr/>
        </p:nvSpPr>
        <p:spPr>
          <a:xfrm rot="0">
            <a:off x="4912857"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87" id="87"/>
          <p:cNvSpPr txBox="true"/>
          <p:nvPr/>
        </p:nvSpPr>
        <p:spPr>
          <a:xfrm rot="0">
            <a:off x="8162481"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88" id="88"/>
          <p:cNvSpPr txBox="true"/>
          <p:nvPr/>
        </p:nvSpPr>
        <p:spPr>
          <a:xfrm rot="0">
            <a:off x="11407530"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89" id="89"/>
          <p:cNvSpPr txBox="true"/>
          <p:nvPr/>
        </p:nvSpPr>
        <p:spPr>
          <a:xfrm rot="0">
            <a:off x="14672086" y="3586075"/>
            <a:ext cx="2001165"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028700" y="2412551"/>
            <a:ext cx="1657421" cy="165742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p:spPr>
        </p:sp>
        <p:sp>
          <p:nvSpPr>
            <p:cNvPr name="TextBox 4" id="4"/>
            <p:cNvSpPr txBox="true"/>
            <p:nvPr/>
          </p:nvSpPr>
          <p:spPr>
            <a:xfrm>
              <a:off x="0" y="-47625"/>
              <a:ext cx="812800" cy="860425"/>
            </a:xfrm>
            <a:prstGeom prst="rect">
              <a:avLst/>
            </a:prstGeom>
          </p:spPr>
          <p:txBody>
            <a:bodyPr anchor="ctr" rtlCol="false" tIns="50800" lIns="50800" bIns="50800" rIns="50800"/>
            <a:lstStyle/>
            <a:p>
              <a:pPr algn="ctr">
                <a:lnSpc>
                  <a:spcPts val="2399"/>
                </a:lnSpc>
              </a:pPr>
            </a:p>
          </p:txBody>
        </p:sp>
      </p:grpSp>
      <p:grpSp>
        <p:nvGrpSpPr>
          <p:cNvPr name="Group 5" id="5"/>
          <p:cNvGrpSpPr/>
          <p:nvPr/>
        </p:nvGrpSpPr>
        <p:grpSpPr>
          <a:xfrm rot="0">
            <a:off x="2880110" y="2412551"/>
            <a:ext cx="5660569" cy="1657421"/>
            <a:chOff x="0" y="0"/>
            <a:chExt cx="2775945" cy="812800"/>
          </a:xfrm>
        </p:grpSpPr>
        <p:sp>
          <p:nvSpPr>
            <p:cNvPr name="Freeform 6" id="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7" id="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8" id="8"/>
          <p:cNvGrpSpPr/>
          <p:nvPr/>
        </p:nvGrpSpPr>
        <p:grpSpPr>
          <a:xfrm rot="0">
            <a:off x="1038618" y="4845815"/>
            <a:ext cx="1657421" cy="16574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10" id="10"/>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1" id="11"/>
          <p:cNvGrpSpPr/>
          <p:nvPr/>
        </p:nvGrpSpPr>
        <p:grpSpPr>
          <a:xfrm rot="0">
            <a:off x="1038618" y="7274761"/>
            <a:ext cx="1657421" cy="165742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13" id="13"/>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4" id="14"/>
          <p:cNvGrpSpPr/>
          <p:nvPr/>
        </p:nvGrpSpPr>
        <p:grpSpPr>
          <a:xfrm rot="0">
            <a:off x="2890028" y="4845815"/>
            <a:ext cx="5660569" cy="1657421"/>
            <a:chOff x="0" y="0"/>
            <a:chExt cx="2775945" cy="812800"/>
          </a:xfrm>
        </p:grpSpPr>
        <p:sp>
          <p:nvSpPr>
            <p:cNvPr name="Freeform 15" id="15"/>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16" id="16"/>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17" id="17"/>
          <p:cNvGrpSpPr/>
          <p:nvPr/>
        </p:nvGrpSpPr>
        <p:grpSpPr>
          <a:xfrm rot="0">
            <a:off x="2890028" y="7274761"/>
            <a:ext cx="5660569" cy="1657421"/>
            <a:chOff x="0" y="0"/>
            <a:chExt cx="2775945" cy="812800"/>
          </a:xfrm>
        </p:grpSpPr>
        <p:sp>
          <p:nvSpPr>
            <p:cNvPr name="Freeform 18" id="18"/>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19" id="19"/>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0" id="20"/>
          <p:cNvGrpSpPr/>
          <p:nvPr/>
        </p:nvGrpSpPr>
        <p:grpSpPr>
          <a:xfrm rot="0">
            <a:off x="9165902" y="2412551"/>
            <a:ext cx="1657421" cy="165742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38AEB6"/>
            </a:solidFill>
            <a:ln cap="rnd">
              <a:noFill/>
              <a:prstDash val="solid"/>
              <a:round/>
            </a:ln>
          </p:spPr>
        </p:sp>
        <p:sp>
          <p:nvSpPr>
            <p:cNvPr name="TextBox 22" id="22"/>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3" id="23"/>
          <p:cNvGrpSpPr/>
          <p:nvPr/>
        </p:nvGrpSpPr>
        <p:grpSpPr>
          <a:xfrm rot="0">
            <a:off x="11017313" y="2412551"/>
            <a:ext cx="5660569" cy="1657421"/>
            <a:chOff x="0" y="0"/>
            <a:chExt cx="2775945" cy="812800"/>
          </a:xfrm>
        </p:grpSpPr>
        <p:sp>
          <p:nvSpPr>
            <p:cNvPr name="Freeform 24" id="24"/>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B5EBEF"/>
            </a:solidFill>
            <a:ln cap="rnd">
              <a:noFill/>
              <a:prstDash val="solid"/>
              <a:round/>
            </a:ln>
          </p:spPr>
        </p:sp>
        <p:sp>
          <p:nvSpPr>
            <p:cNvPr name="TextBox 25" id="25"/>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6" id="26"/>
          <p:cNvGrpSpPr/>
          <p:nvPr/>
        </p:nvGrpSpPr>
        <p:grpSpPr>
          <a:xfrm rot="0">
            <a:off x="9175820" y="4845815"/>
            <a:ext cx="1657421" cy="165742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9366E4"/>
            </a:solidFill>
            <a:ln cap="rnd">
              <a:noFill/>
              <a:prstDash val="solid"/>
              <a:round/>
            </a:ln>
          </p:spPr>
        </p:sp>
        <p:sp>
          <p:nvSpPr>
            <p:cNvPr name="TextBox 28" id="28"/>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29" id="29"/>
          <p:cNvGrpSpPr/>
          <p:nvPr/>
        </p:nvGrpSpPr>
        <p:grpSpPr>
          <a:xfrm rot="0">
            <a:off x="9175820" y="7274761"/>
            <a:ext cx="1657421" cy="165742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149474" y="0"/>
                  </a:moveTo>
                  <a:lnTo>
                    <a:pt x="663326" y="0"/>
                  </a:lnTo>
                  <a:cubicBezTo>
                    <a:pt x="702969" y="0"/>
                    <a:pt x="740988" y="15748"/>
                    <a:pt x="769020" y="43780"/>
                  </a:cubicBezTo>
                  <a:cubicBezTo>
                    <a:pt x="797052" y="71812"/>
                    <a:pt x="812800" y="109831"/>
                    <a:pt x="812800" y="149474"/>
                  </a:cubicBezTo>
                  <a:lnTo>
                    <a:pt x="812800" y="663326"/>
                  </a:lnTo>
                  <a:cubicBezTo>
                    <a:pt x="812800" y="702969"/>
                    <a:pt x="797052" y="740988"/>
                    <a:pt x="769020" y="769020"/>
                  </a:cubicBezTo>
                  <a:cubicBezTo>
                    <a:pt x="740988" y="797052"/>
                    <a:pt x="702969" y="812800"/>
                    <a:pt x="663326" y="812800"/>
                  </a:cubicBezTo>
                  <a:lnTo>
                    <a:pt x="149474" y="812800"/>
                  </a:lnTo>
                  <a:cubicBezTo>
                    <a:pt x="109831" y="812800"/>
                    <a:pt x="71812" y="797052"/>
                    <a:pt x="43780" y="769020"/>
                  </a:cubicBezTo>
                  <a:cubicBezTo>
                    <a:pt x="15748" y="740988"/>
                    <a:pt x="0" y="702969"/>
                    <a:pt x="0" y="663326"/>
                  </a:cubicBezTo>
                  <a:lnTo>
                    <a:pt x="0" y="149474"/>
                  </a:lnTo>
                  <a:cubicBezTo>
                    <a:pt x="0" y="109831"/>
                    <a:pt x="15748" y="71812"/>
                    <a:pt x="43780" y="43780"/>
                  </a:cubicBezTo>
                  <a:cubicBezTo>
                    <a:pt x="71812" y="15748"/>
                    <a:pt x="109831" y="0"/>
                    <a:pt x="149474" y="0"/>
                  </a:cubicBezTo>
                  <a:close/>
                </a:path>
              </a:pathLst>
            </a:custGeom>
            <a:solidFill>
              <a:srgbClr val="DDA707"/>
            </a:solidFill>
            <a:ln cap="rnd">
              <a:noFill/>
              <a:prstDash val="solid"/>
              <a:round/>
            </a:ln>
          </p:spPr>
        </p:sp>
        <p:sp>
          <p:nvSpPr>
            <p:cNvPr name="TextBox 31" id="31"/>
            <p:cNvSpPr txBox="true"/>
            <p:nvPr/>
          </p:nvSpPr>
          <p:spPr>
            <a:xfrm>
              <a:off x="0" y="-47625"/>
              <a:ext cx="812800"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2" id="32"/>
          <p:cNvGrpSpPr/>
          <p:nvPr/>
        </p:nvGrpSpPr>
        <p:grpSpPr>
          <a:xfrm rot="0">
            <a:off x="11027231" y="4845815"/>
            <a:ext cx="5660569" cy="1657421"/>
            <a:chOff x="0" y="0"/>
            <a:chExt cx="2775945" cy="812800"/>
          </a:xfrm>
        </p:grpSpPr>
        <p:sp>
          <p:nvSpPr>
            <p:cNvPr name="Freeform 33" id="33"/>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EAE0FF"/>
            </a:solidFill>
            <a:ln cap="rnd">
              <a:noFill/>
              <a:prstDash val="solid"/>
              <a:round/>
            </a:ln>
          </p:spPr>
        </p:sp>
        <p:sp>
          <p:nvSpPr>
            <p:cNvPr name="TextBox 34" id="34"/>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grpSp>
        <p:nvGrpSpPr>
          <p:cNvPr name="Group 35" id="35"/>
          <p:cNvGrpSpPr/>
          <p:nvPr/>
        </p:nvGrpSpPr>
        <p:grpSpPr>
          <a:xfrm rot="0">
            <a:off x="11027231" y="7274761"/>
            <a:ext cx="5660569" cy="1657421"/>
            <a:chOff x="0" y="0"/>
            <a:chExt cx="2775945" cy="812800"/>
          </a:xfrm>
        </p:grpSpPr>
        <p:sp>
          <p:nvSpPr>
            <p:cNvPr name="Freeform 36" id="36"/>
            <p:cNvSpPr/>
            <p:nvPr/>
          </p:nvSpPr>
          <p:spPr>
            <a:xfrm flipH="false" flipV="false" rot="0">
              <a:off x="0" y="0"/>
              <a:ext cx="2775945" cy="812800"/>
            </a:xfrm>
            <a:custGeom>
              <a:avLst/>
              <a:gdLst/>
              <a:ahLst/>
              <a:cxnLst/>
              <a:rect r="r" b="b" t="t" l="l"/>
              <a:pathLst>
                <a:path h="812800" w="2775945">
                  <a:moveTo>
                    <a:pt x="43766" y="0"/>
                  </a:moveTo>
                  <a:lnTo>
                    <a:pt x="2732179" y="0"/>
                  </a:lnTo>
                  <a:cubicBezTo>
                    <a:pt x="2756350" y="0"/>
                    <a:pt x="2775945" y="19595"/>
                    <a:pt x="2775945" y="43766"/>
                  </a:cubicBezTo>
                  <a:lnTo>
                    <a:pt x="2775945" y="769034"/>
                  </a:lnTo>
                  <a:cubicBezTo>
                    <a:pt x="2775945" y="793205"/>
                    <a:pt x="2756350" y="812800"/>
                    <a:pt x="2732179" y="812800"/>
                  </a:cubicBezTo>
                  <a:lnTo>
                    <a:pt x="43766" y="812800"/>
                  </a:lnTo>
                  <a:cubicBezTo>
                    <a:pt x="19595" y="812800"/>
                    <a:pt x="0" y="793205"/>
                    <a:pt x="0" y="769034"/>
                  </a:cubicBezTo>
                  <a:lnTo>
                    <a:pt x="0" y="43766"/>
                  </a:lnTo>
                  <a:cubicBezTo>
                    <a:pt x="0" y="19595"/>
                    <a:pt x="19595" y="0"/>
                    <a:pt x="43766" y="0"/>
                  </a:cubicBezTo>
                  <a:close/>
                </a:path>
              </a:pathLst>
            </a:custGeom>
            <a:solidFill>
              <a:srgbClr val="FFE8A3"/>
            </a:solidFill>
            <a:ln cap="rnd">
              <a:noFill/>
              <a:prstDash val="solid"/>
              <a:round/>
            </a:ln>
          </p:spPr>
        </p:sp>
        <p:sp>
          <p:nvSpPr>
            <p:cNvPr name="TextBox 37" id="37"/>
            <p:cNvSpPr txBox="true"/>
            <p:nvPr/>
          </p:nvSpPr>
          <p:spPr>
            <a:xfrm>
              <a:off x="0" y="-47625"/>
              <a:ext cx="2775945" cy="860425"/>
            </a:xfrm>
            <a:prstGeom prst="rect">
              <a:avLst/>
            </a:prstGeom>
          </p:spPr>
          <p:txBody>
            <a:bodyPr anchor="ctr" rtlCol="false" tIns="50800" lIns="50800" bIns="50800" rIns="50800"/>
            <a:lstStyle/>
            <a:p>
              <a:pPr algn="ctr" marL="0" indent="0" lvl="0">
                <a:lnSpc>
                  <a:spcPts val="2399"/>
                </a:lnSpc>
                <a:spcBef>
                  <a:spcPct val="0"/>
                </a:spcBef>
              </a:pPr>
            </a:p>
          </p:txBody>
        </p:sp>
      </p:grpSp>
      <p:sp>
        <p:nvSpPr>
          <p:cNvPr name="TextBox 38" id="38"/>
          <p:cNvSpPr txBox="true"/>
          <p:nvPr/>
        </p:nvSpPr>
        <p:spPr>
          <a:xfrm rot="0">
            <a:off x="3227338"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39" id="39"/>
          <p:cNvSpPr txBox="true"/>
          <p:nvPr/>
        </p:nvSpPr>
        <p:spPr>
          <a:xfrm rot="0">
            <a:off x="11376167" y="3066948"/>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0" id="40"/>
          <p:cNvSpPr txBox="true"/>
          <p:nvPr/>
        </p:nvSpPr>
        <p:spPr>
          <a:xfrm rot="0">
            <a:off x="3227338"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1" id="41"/>
          <p:cNvSpPr txBox="true"/>
          <p:nvPr/>
        </p:nvSpPr>
        <p:spPr>
          <a:xfrm rot="0">
            <a:off x="11376167" y="5500211"/>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42" id="42"/>
          <p:cNvSpPr txBox="true"/>
          <p:nvPr/>
        </p:nvSpPr>
        <p:spPr>
          <a:xfrm rot="0">
            <a:off x="1495134" y="2872969"/>
            <a:ext cx="72455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01</a:t>
            </a:r>
          </a:p>
        </p:txBody>
      </p:sp>
      <p:sp>
        <p:nvSpPr>
          <p:cNvPr name="TextBox 43" id="43"/>
          <p:cNvSpPr txBox="true"/>
          <p:nvPr/>
        </p:nvSpPr>
        <p:spPr>
          <a:xfrm rot="0">
            <a:off x="9477991" y="2872969"/>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04</a:t>
            </a:r>
          </a:p>
        </p:txBody>
      </p:sp>
      <p:sp>
        <p:nvSpPr>
          <p:cNvPr name="TextBox 44" id="44"/>
          <p:cNvSpPr txBox="true"/>
          <p:nvPr/>
        </p:nvSpPr>
        <p:spPr>
          <a:xfrm rot="0">
            <a:off x="1358193" y="5260590"/>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02</a:t>
            </a:r>
          </a:p>
        </p:txBody>
      </p:sp>
      <p:sp>
        <p:nvSpPr>
          <p:cNvPr name="TextBox 45" id="45"/>
          <p:cNvSpPr txBox="true"/>
          <p:nvPr/>
        </p:nvSpPr>
        <p:spPr>
          <a:xfrm rot="0">
            <a:off x="1358193" y="7689536"/>
            <a:ext cx="99843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03</a:t>
            </a:r>
          </a:p>
        </p:txBody>
      </p:sp>
      <p:sp>
        <p:nvSpPr>
          <p:cNvPr name="TextBox 46" id="46"/>
          <p:cNvSpPr txBox="true"/>
          <p:nvPr/>
        </p:nvSpPr>
        <p:spPr>
          <a:xfrm rot="0">
            <a:off x="9487909" y="5260590"/>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05</a:t>
            </a:r>
          </a:p>
        </p:txBody>
      </p:sp>
      <p:sp>
        <p:nvSpPr>
          <p:cNvPr name="TextBox 47" id="47"/>
          <p:cNvSpPr txBox="true"/>
          <p:nvPr/>
        </p:nvSpPr>
        <p:spPr>
          <a:xfrm rot="0">
            <a:off x="9487909" y="7689536"/>
            <a:ext cx="1033244"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06</a:t>
            </a:r>
          </a:p>
        </p:txBody>
      </p:sp>
      <p:sp>
        <p:nvSpPr>
          <p:cNvPr name="TextBox 48" id="48"/>
          <p:cNvSpPr txBox="true"/>
          <p:nvPr/>
        </p:nvSpPr>
        <p:spPr>
          <a:xfrm rot="0">
            <a:off x="1028700" y="818818"/>
            <a:ext cx="7046045" cy="764540"/>
          </a:xfrm>
          <a:prstGeom prst="rect">
            <a:avLst/>
          </a:prstGeom>
        </p:spPr>
        <p:txBody>
          <a:bodyPr anchor="t" rtlCol="false" tIns="0" lIns="0" bIns="0" rIns="0">
            <a:spAutoFit/>
          </a:bodyPr>
          <a:lstStyle/>
          <a:p>
            <a:pPr algn="l"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
        <p:nvSpPr>
          <p:cNvPr name="TextBox 49" id="49"/>
          <p:cNvSpPr txBox="true"/>
          <p:nvPr/>
        </p:nvSpPr>
        <p:spPr>
          <a:xfrm rot="0">
            <a:off x="7829551" y="818818"/>
            <a:ext cx="7046045" cy="764540"/>
          </a:xfrm>
          <a:prstGeom prst="rect">
            <a:avLst/>
          </a:prstGeom>
        </p:spPr>
        <p:txBody>
          <a:bodyPr anchor="t" rtlCol="false" tIns="0" lIns="0" bIns="0" rIns="0">
            <a:spAutoFit/>
          </a:bodyPr>
          <a:lstStyle/>
          <a:p>
            <a:pPr algn="l" marL="0" indent="0" lvl="0">
              <a:lnSpc>
                <a:spcPts val="5829"/>
              </a:lnSpc>
            </a:pPr>
            <a:r>
              <a:rPr lang="en-US" sz="5499">
                <a:solidFill>
                  <a:srgbClr val="1C1C1A"/>
                </a:solidFill>
                <a:latin typeface="Montserrat Light"/>
                <a:ea typeface="Montserrat Light"/>
                <a:cs typeface="Montserrat Light"/>
                <a:sym typeface="Montserrat Light"/>
              </a:rPr>
              <a:t>Six ideas</a:t>
            </a:r>
          </a:p>
        </p:txBody>
      </p:sp>
      <p:sp>
        <p:nvSpPr>
          <p:cNvPr name="TextBox 50" id="50"/>
          <p:cNvSpPr txBox="true"/>
          <p:nvPr/>
        </p:nvSpPr>
        <p:spPr>
          <a:xfrm rot="0">
            <a:off x="3227338"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51" id="51"/>
          <p:cNvSpPr txBox="true"/>
          <p:nvPr/>
        </p:nvSpPr>
        <p:spPr>
          <a:xfrm rot="0">
            <a:off x="11376167" y="2651023"/>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Motivating idea</a:t>
            </a:r>
          </a:p>
        </p:txBody>
      </p:sp>
      <p:sp>
        <p:nvSpPr>
          <p:cNvPr name="TextBox 52" id="52"/>
          <p:cNvSpPr txBox="true"/>
          <p:nvPr/>
        </p:nvSpPr>
        <p:spPr>
          <a:xfrm rot="0">
            <a:off x="3227338"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ideas</a:t>
            </a:r>
          </a:p>
        </p:txBody>
      </p:sp>
      <p:sp>
        <p:nvSpPr>
          <p:cNvPr name="TextBox 53" id="53"/>
          <p:cNvSpPr txBox="true"/>
          <p:nvPr/>
        </p:nvSpPr>
        <p:spPr>
          <a:xfrm rot="0">
            <a:off x="11376167" y="5084286"/>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Great idea</a:t>
            </a:r>
          </a:p>
        </p:txBody>
      </p:sp>
      <p:sp>
        <p:nvSpPr>
          <p:cNvPr name="TextBox 54" id="54"/>
          <p:cNvSpPr txBox="true"/>
          <p:nvPr/>
        </p:nvSpPr>
        <p:spPr>
          <a:xfrm rot="0">
            <a:off x="3227338"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5" id="55"/>
          <p:cNvSpPr txBox="true"/>
          <p:nvPr/>
        </p:nvSpPr>
        <p:spPr>
          <a:xfrm rot="0">
            <a:off x="11376167" y="7933475"/>
            <a:ext cx="4985950" cy="735965"/>
          </a:xfrm>
          <a:prstGeom prst="rect">
            <a:avLst/>
          </a:prstGeom>
        </p:spPr>
        <p:txBody>
          <a:bodyPr anchor="t" rtlCol="false" tIns="0" lIns="0" bIns="0" rIns="0">
            <a:spAutoFit/>
          </a:bodyPr>
          <a:lstStyle/>
          <a:p>
            <a:pPr algn="l" marL="0" indent="0" lvl="0">
              <a:lnSpc>
                <a:spcPts val="195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a:t>
            </a:r>
          </a:p>
        </p:txBody>
      </p:sp>
      <p:sp>
        <p:nvSpPr>
          <p:cNvPr name="TextBox 56" id="56"/>
          <p:cNvSpPr txBox="true"/>
          <p:nvPr/>
        </p:nvSpPr>
        <p:spPr>
          <a:xfrm rot="0">
            <a:off x="3227338"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57" id="57"/>
          <p:cNvSpPr txBox="true"/>
          <p:nvPr/>
        </p:nvSpPr>
        <p:spPr>
          <a:xfrm rot="0">
            <a:off x="11376167" y="7517549"/>
            <a:ext cx="4798475"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Idea modern</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551431" y="4495196"/>
            <a:ext cx="17112407" cy="0"/>
          </a:xfrm>
          <a:prstGeom prst="line">
            <a:avLst/>
          </a:prstGeom>
          <a:ln cap="flat" w="47625">
            <a:solidFill>
              <a:srgbClr val="8D9193"/>
            </a:solidFill>
            <a:prstDash val="sysDot"/>
            <a:headEnd type="none" len="sm" w="sm"/>
            <a:tailEnd type="none" len="sm" w="sm"/>
          </a:ln>
        </p:spPr>
      </p:sp>
      <p:sp>
        <p:nvSpPr>
          <p:cNvPr name="AutoShape 3" id="3"/>
          <p:cNvSpPr/>
          <p:nvPr/>
        </p:nvSpPr>
        <p:spPr>
          <a:xfrm flipV="true">
            <a:off x="11683472" y="3541406"/>
            <a:ext cx="0" cy="1774230"/>
          </a:xfrm>
          <a:prstGeom prst="line">
            <a:avLst/>
          </a:prstGeom>
          <a:ln cap="flat" w="47625">
            <a:solidFill>
              <a:srgbClr val="8D9193"/>
            </a:solidFill>
            <a:prstDash val="sysDot"/>
            <a:headEnd type="none" len="sm" w="sm"/>
            <a:tailEnd type="none" len="sm" w="sm"/>
          </a:ln>
        </p:spPr>
      </p:sp>
      <p:grpSp>
        <p:nvGrpSpPr>
          <p:cNvPr name="Group 4" id="4"/>
          <p:cNvGrpSpPr/>
          <p:nvPr/>
        </p:nvGrpSpPr>
        <p:grpSpPr>
          <a:xfrm rot="0">
            <a:off x="334958" y="5315636"/>
            <a:ext cx="2381250" cy="4362025"/>
            <a:chOff x="0" y="0"/>
            <a:chExt cx="702036" cy="1286005"/>
          </a:xfrm>
        </p:grpSpPr>
        <p:sp>
          <p:nvSpPr>
            <p:cNvPr name="Freeform 5" id="5"/>
            <p:cNvSpPr/>
            <p:nvPr/>
          </p:nvSpPr>
          <p:spPr>
            <a:xfrm flipH="false" flipV="false" rot="0">
              <a:off x="0" y="0"/>
              <a:ext cx="702036" cy="1286005"/>
            </a:xfrm>
            <a:custGeom>
              <a:avLst/>
              <a:gdLst/>
              <a:ahLst/>
              <a:cxnLst/>
              <a:rect r="r" b="b" t="t" l="l"/>
              <a:pathLst>
                <a:path h="1286005" w="702036">
                  <a:moveTo>
                    <a:pt x="146304" y="0"/>
                  </a:moveTo>
                  <a:lnTo>
                    <a:pt x="555732" y="0"/>
                  </a:lnTo>
                  <a:cubicBezTo>
                    <a:pt x="594535" y="0"/>
                    <a:pt x="631748" y="15414"/>
                    <a:pt x="659185" y="42851"/>
                  </a:cubicBezTo>
                  <a:cubicBezTo>
                    <a:pt x="686622" y="70289"/>
                    <a:pt x="702036" y="107502"/>
                    <a:pt x="702036" y="146304"/>
                  </a:cubicBezTo>
                  <a:lnTo>
                    <a:pt x="702036" y="1139701"/>
                  </a:lnTo>
                  <a:cubicBezTo>
                    <a:pt x="702036" y="1178504"/>
                    <a:pt x="686622" y="1215717"/>
                    <a:pt x="659185" y="1243154"/>
                  </a:cubicBezTo>
                  <a:cubicBezTo>
                    <a:pt x="631748" y="1270591"/>
                    <a:pt x="594535" y="1286005"/>
                    <a:pt x="555732" y="1286005"/>
                  </a:cubicBezTo>
                  <a:lnTo>
                    <a:pt x="146304" y="1286005"/>
                  </a:lnTo>
                  <a:cubicBezTo>
                    <a:pt x="65503" y="1286005"/>
                    <a:pt x="0" y="1220503"/>
                    <a:pt x="0" y="1139701"/>
                  </a:cubicBezTo>
                  <a:lnTo>
                    <a:pt x="0" y="146304"/>
                  </a:lnTo>
                  <a:cubicBezTo>
                    <a:pt x="0" y="65503"/>
                    <a:pt x="65503" y="0"/>
                    <a:pt x="146304" y="0"/>
                  </a:cubicBezTo>
                  <a:close/>
                </a:path>
              </a:pathLst>
            </a:custGeom>
            <a:solidFill>
              <a:srgbClr val="EAE0FF"/>
            </a:solidFill>
            <a:ln cap="rnd">
              <a:noFill/>
              <a:prstDash val="solid"/>
              <a:round/>
            </a:ln>
          </p:spPr>
        </p:sp>
        <p:sp>
          <p:nvSpPr>
            <p:cNvPr name="TextBox 6" id="6"/>
            <p:cNvSpPr txBox="true"/>
            <p:nvPr/>
          </p:nvSpPr>
          <p:spPr>
            <a:xfrm>
              <a:off x="0" y="-38100"/>
              <a:ext cx="702036" cy="1324105"/>
            </a:xfrm>
            <a:prstGeom prst="rect">
              <a:avLst/>
            </a:prstGeom>
          </p:spPr>
          <p:txBody>
            <a:bodyPr anchor="ctr" rtlCol="false" tIns="71438" lIns="71438" bIns="71438" rIns="71438"/>
            <a:lstStyle/>
            <a:p>
              <a:pPr algn="ctr">
                <a:lnSpc>
                  <a:spcPts val="2756"/>
                </a:lnSpc>
              </a:pPr>
            </a:p>
          </p:txBody>
        </p:sp>
      </p:grpSp>
      <p:sp>
        <p:nvSpPr>
          <p:cNvPr name="AutoShape 7" id="7"/>
          <p:cNvSpPr/>
          <p:nvPr/>
        </p:nvSpPr>
        <p:spPr>
          <a:xfrm flipV="true">
            <a:off x="1525583" y="3541406"/>
            <a:ext cx="0" cy="1774230"/>
          </a:xfrm>
          <a:prstGeom prst="line">
            <a:avLst/>
          </a:prstGeom>
          <a:ln cap="flat" w="47625">
            <a:solidFill>
              <a:srgbClr val="8D9193"/>
            </a:solidFill>
            <a:prstDash val="sysDot"/>
            <a:headEnd type="none" len="sm" w="sm"/>
            <a:tailEnd type="none" len="sm" w="sm"/>
          </a:ln>
        </p:spPr>
      </p:sp>
      <p:grpSp>
        <p:nvGrpSpPr>
          <p:cNvPr name="Group 8" id="8"/>
          <p:cNvGrpSpPr/>
          <p:nvPr/>
        </p:nvGrpSpPr>
        <p:grpSpPr>
          <a:xfrm rot="0">
            <a:off x="864761" y="2219761"/>
            <a:ext cx="1321645" cy="132164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11" id="11"/>
          <p:cNvSpPr txBox="true"/>
          <p:nvPr/>
        </p:nvSpPr>
        <p:spPr>
          <a:xfrm rot="0">
            <a:off x="496883"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12" id="12"/>
          <p:cNvSpPr txBox="true"/>
          <p:nvPr/>
        </p:nvSpPr>
        <p:spPr>
          <a:xfrm rot="0">
            <a:off x="1163306" y="2500368"/>
            <a:ext cx="72455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grpSp>
        <p:nvGrpSpPr>
          <p:cNvPr name="Group 13" id="13"/>
          <p:cNvGrpSpPr/>
          <p:nvPr/>
        </p:nvGrpSpPr>
        <p:grpSpPr>
          <a:xfrm rot="0">
            <a:off x="1212142" y="4059831"/>
            <a:ext cx="626884" cy="483459"/>
            <a:chOff x="0" y="0"/>
            <a:chExt cx="922188" cy="711200"/>
          </a:xfrm>
        </p:grpSpPr>
        <p:sp>
          <p:nvSpPr>
            <p:cNvPr name="Freeform 14" id="14"/>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15" id="15"/>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6" id="16"/>
          <p:cNvSpPr txBox="true"/>
          <p:nvPr/>
        </p:nvSpPr>
        <p:spPr>
          <a:xfrm rot="0">
            <a:off x="784181"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Creative idea</a:t>
            </a:r>
          </a:p>
        </p:txBody>
      </p:sp>
      <p:grpSp>
        <p:nvGrpSpPr>
          <p:cNvPr name="Group 17" id="17"/>
          <p:cNvGrpSpPr/>
          <p:nvPr/>
        </p:nvGrpSpPr>
        <p:grpSpPr>
          <a:xfrm rot="0">
            <a:off x="2874431" y="5315636"/>
            <a:ext cx="2381250" cy="4362025"/>
            <a:chOff x="0" y="0"/>
            <a:chExt cx="686632" cy="1257787"/>
          </a:xfrm>
        </p:grpSpPr>
        <p:sp>
          <p:nvSpPr>
            <p:cNvPr name="Freeform 18" id="18"/>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19" id="19"/>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20" id="20"/>
          <p:cNvSpPr/>
          <p:nvPr/>
        </p:nvSpPr>
        <p:spPr>
          <a:xfrm flipV="true">
            <a:off x="4065056" y="3541406"/>
            <a:ext cx="0" cy="1774230"/>
          </a:xfrm>
          <a:prstGeom prst="line">
            <a:avLst/>
          </a:prstGeom>
          <a:ln cap="flat" w="47625">
            <a:solidFill>
              <a:srgbClr val="8D9193"/>
            </a:solidFill>
            <a:prstDash val="sysDot"/>
            <a:headEnd type="none" len="sm" w="sm"/>
            <a:tailEnd type="none" len="sm" w="sm"/>
          </a:ln>
        </p:spPr>
      </p:sp>
      <p:grpSp>
        <p:nvGrpSpPr>
          <p:cNvPr name="Group 21" id="21"/>
          <p:cNvGrpSpPr/>
          <p:nvPr/>
        </p:nvGrpSpPr>
        <p:grpSpPr>
          <a:xfrm rot="0">
            <a:off x="3404233" y="2219761"/>
            <a:ext cx="1321645" cy="132164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23" id="2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24" id="24"/>
          <p:cNvSpPr txBox="true"/>
          <p:nvPr/>
        </p:nvSpPr>
        <p:spPr>
          <a:xfrm rot="0">
            <a:off x="3036356"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5" id="25"/>
          <p:cNvSpPr txBox="true"/>
          <p:nvPr/>
        </p:nvSpPr>
        <p:spPr>
          <a:xfrm rot="0">
            <a:off x="3548434"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26" id="26"/>
          <p:cNvGrpSpPr/>
          <p:nvPr/>
        </p:nvGrpSpPr>
        <p:grpSpPr>
          <a:xfrm rot="0">
            <a:off x="3751614" y="4059831"/>
            <a:ext cx="626884" cy="483459"/>
            <a:chOff x="0" y="0"/>
            <a:chExt cx="922188" cy="711200"/>
          </a:xfrm>
        </p:grpSpPr>
        <p:sp>
          <p:nvSpPr>
            <p:cNvPr name="Freeform 27" id="27"/>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3323654"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Original idea</a:t>
            </a:r>
          </a:p>
        </p:txBody>
      </p:sp>
      <p:sp>
        <p:nvSpPr>
          <p:cNvPr name="AutoShape 30" id="30"/>
          <p:cNvSpPr/>
          <p:nvPr/>
        </p:nvSpPr>
        <p:spPr>
          <a:xfrm flipV="true">
            <a:off x="6604528" y="3541406"/>
            <a:ext cx="0" cy="1774230"/>
          </a:xfrm>
          <a:prstGeom prst="line">
            <a:avLst/>
          </a:prstGeom>
          <a:ln cap="flat" w="47625">
            <a:solidFill>
              <a:srgbClr val="8D9193"/>
            </a:solidFill>
            <a:prstDash val="sysDot"/>
            <a:headEnd type="none" len="sm" w="sm"/>
            <a:tailEnd type="none" len="sm" w="sm"/>
          </a:ln>
        </p:spPr>
      </p:sp>
      <p:grpSp>
        <p:nvGrpSpPr>
          <p:cNvPr name="Group 31" id="31"/>
          <p:cNvGrpSpPr/>
          <p:nvPr/>
        </p:nvGrpSpPr>
        <p:grpSpPr>
          <a:xfrm rot="0">
            <a:off x="5413903" y="5315636"/>
            <a:ext cx="2381250" cy="4362025"/>
            <a:chOff x="0" y="0"/>
            <a:chExt cx="686632" cy="1257787"/>
          </a:xfrm>
        </p:grpSpPr>
        <p:sp>
          <p:nvSpPr>
            <p:cNvPr name="Freeform 32" id="32"/>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B5EBEF"/>
            </a:solidFill>
            <a:ln cap="rnd">
              <a:noFill/>
              <a:prstDash val="solid"/>
              <a:round/>
            </a:ln>
          </p:spPr>
        </p:sp>
        <p:sp>
          <p:nvSpPr>
            <p:cNvPr name="TextBox 33" id="33"/>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34" id="34"/>
          <p:cNvGrpSpPr/>
          <p:nvPr/>
        </p:nvGrpSpPr>
        <p:grpSpPr>
          <a:xfrm rot="0">
            <a:off x="5943705" y="2219761"/>
            <a:ext cx="1321645" cy="132164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36" id="3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7" id="37"/>
          <p:cNvSpPr txBox="true"/>
          <p:nvPr/>
        </p:nvSpPr>
        <p:spPr>
          <a:xfrm rot="0">
            <a:off x="5575828"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8" id="38"/>
          <p:cNvSpPr txBox="true"/>
          <p:nvPr/>
        </p:nvSpPr>
        <p:spPr>
          <a:xfrm rot="0">
            <a:off x="6087906"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9" id="39"/>
          <p:cNvGrpSpPr/>
          <p:nvPr/>
        </p:nvGrpSpPr>
        <p:grpSpPr>
          <a:xfrm rot="0">
            <a:off x="6291086" y="4059831"/>
            <a:ext cx="626884" cy="483459"/>
            <a:chOff x="0" y="0"/>
            <a:chExt cx="922188" cy="711200"/>
          </a:xfrm>
        </p:grpSpPr>
        <p:sp>
          <p:nvSpPr>
            <p:cNvPr name="Freeform 40" id="40"/>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42" id="42"/>
          <p:cNvSpPr txBox="true"/>
          <p:nvPr/>
        </p:nvSpPr>
        <p:spPr>
          <a:xfrm rot="0">
            <a:off x="6087906" y="5829986"/>
            <a:ext cx="1028935"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Great idea</a:t>
            </a:r>
          </a:p>
        </p:txBody>
      </p:sp>
      <p:grpSp>
        <p:nvGrpSpPr>
          <p:cNvPr name="Group 43" id="43"/>
          <p:cNvGrpSpPr/>
          <p:nvPr/>
        </p:nvGrpSpPr>
        <p:grpSpPr>
          <a:xfrm rot="0">
            <a:off x="7953375" y="5315636"/>
            <a:ext cx="2381250" cy="4362025"/>
            <a:chOff x="0" y="0"/>
            <a:chExt cx="686632" cy="1257787"/>
          </a:xfrm>
        </p:grpSpPr>
        <p:sp>
          <p:nvSpPr>
            <p:cNvPr name="Freeform 44" id="44"/>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E8A3"/>
            </a:solidFill>
            <a:ln cap="rnd">
              <a:noFill/>
              <a:prstDash val="solid"/>
              <a:round/>
            </a:ln>
          </p:spPr>
        </p:sp>
        <p:sp>
          <p:nvSpPr>
            <p:cNvPr name="TextBox 45" id="45"/>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46" id="46"/>
          <p:cNvSpPr/>
          <p:nvPr/>
        </p:nvSpPr>
        <p:spPr>
          <a:xfrm flipV="true">
            <a:off x="9144000" y="3541406"/>
            <a:ext cx="0" cy="1774230"/>
          </a:xfrm>
          <a:prstGeom prst="line">
            <a:avLst/>
          </a:prstGeom>
          <a:ln cap="flat" w="47625">
            <a:solidFill>
              <a:srgbClr val="8D9193"/>
            </a:solidFill>
            <a:prstDash val="sysDot"/>
            <a:headEnd type="none" len="sm" w="sm"/>
            <a:tailEnd type="none" len="sm" w="sm"/>
          </a:ln>
        </p:spPr>
      </p:sp>
      <p:grpSp>
        <p:nvGrpSpPr>
          <p:cNvPr name="Group 47" id="47"/>
          <p:cNvGrpSpPr/>
          <p:nvPr/>
        </p:nvGrpSpPr>
        <p:grpSpPr>
          <a:xfrm rot="0">
            <a:off x="8483177" y="2219761"/>
            <a:ext cx="1321645" cy="1321645"/>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49" id="49"/>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0" id="50"/>
          <p:cNvSpPr txBox="true"/>
          <p:nvPr/>
        </p:nvSpPr>
        <p:spPr>
          <a:xfrm rot="0">
            <a:off x="8115300"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51" id="51"/>
          <p:cNvSpPr txBox="true"/>
          <p:nvPr/>
        </p:nvSpPr>
        <p:spPr>
          <a:xfrm rot="0">
            <a:off x="8627378"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52" id="52"/>
          <p:cNvGrpSpPr/>
          <p:nvPr/>
        </p:nvGrpSpPr>
        <p:grpSpPr>
          <a:xfrm rot="0">
            <a:off x="8830558" y="4059831"/>
            <a:ext cx="626884" cy="483459"/>
            <a:chOff x="0" y="0"/>
            <a:chExt cx="922188" cy="711200"/>
          </a:xfrm>
        </p:grpSpPr>
        <p:sp>
          <p:nvSpPr>
            <p:cNvPr name="Freeform 53" id="53"/>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DDA707"/>
            </a:solidFill>
            <a:ln cap="sq">
              <a:noFill/>
              <a:prstDash val="solid"/>
              <a:miter/>
            </a:ln>
          </p:spPr>
        </p:sp>
        <p:sp>
          <p:nvSpPr>
            <p:cNvPr name="TextBox 54" id="54"/>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55" id="55"/>
          <p:cNvSpPr txBox="true"/>
          <p:nvPr/>
        </p:nvSpPr>
        <p:spPr>
          <a:xfrm rot="0">
            <a:off x="8402598"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modern</a:t>
            </a:r>
          </a:p>
        </p:txBody>
      </p:sp>
      <p:grpSp>
        <p:nvGrpSpPr>
          <p:cNvPr name="Group 56" id="56"/>
          <p:cNvGrpSpPr/>
          <p:nvPr/>
        </p:nvGrpSpPr>
        <p:grpSpPr>
          <a:xfrm rot="0">
            <a:off x="10492847" y="5315636"/>
            <a:ext cx="2381250" cy="4362025"/>
            <a:chOff x="0" y="0"/>
            <a:chExt cx="686632" cy="1257787"/>
          </a:xfrm>
        </p:grpSpPr>
        <p:sp>
          <p:nvSpPr>
            <p:cNvPr name="Freeform 57" id="57"/>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EAE0FF"/>
            </a:solidFill>
            <a:ln cap="rnd">
              <a:noFill/>
              <a:prstDash val="solid"/>
              <a:round/>
            </a:ln>
          </p:spPr>
        </p:sp>
        <p:sp>
          <p:nvSpPr>
            <p:cNvPr name="TextBox 58" id="58"/>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grpSp>
        <p:nvGrpSpPr>
          <p:cNvPr name="Group 59" id="59"/>
          <p:cNvGrpSpPr/>
          <p:nvPr/>
        </p:nvGrpSpPr>
        <p:grpSpPr>
          <a:xfrm rot="0">
            <a:off x="11022649" y="2219761"/>
            <a:ext cx="1321645" cy="1321645"/>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61" id="61"/>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62" id="62"/>
          <p:cNvSpPr txBox="true"/>
          <p:nvPr/>
        </p:nvSpPr>
        <p:spPr>
          <a:xfrm rot="0">
            <a:off x="10654772"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3" id="63"/>
          <p:cNvSpPr txBox="true"/>
          <p:nvPr/>
        </p:nvSpPr>
        <p:spPr>
          <a:xfrm rot="0">
            <a:off x="11166850"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64" id="64"/>
          <p:cNvGrpSpPr/>
          <p:nvPr/>
        </p:nvGrpSpPr>
        <p:grpSpPr>
          <a:xfrm rot="0">
            <a:off x="11370030" y="4059831"/>
            <a:ext cx="626884" cy="483459"/>
            <a:chOff x="0" y="0"/>
            <a:chExt cx="922188" cy="711200"/>
          </a:xfrm>
        </p:grpSpPr>
        <p:sp>
          <p:nvSpPr>
            <p:cNvPr name="Freeform 65" id="65"/>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9366E4"/>
            </a:solidFill>
            <a:ln cap="sq">
              <a:noFill/>
              <a:prstDash val="solid"/>
              <a:miter/>
            </a:ln>
          </p:spPr>
        </p:sp>
        <p:sp>
          <p:nvSpPr>
            <p:cNvPr name="TextBox 66" id="6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7" id="67"/>
          <p:cNvSpPr txBox="true"/>
          <p:nvPr/>
        </p:nvSpPr>
        <p:spPr>
          <a:xfrm rot="0">
            <a:off x="10777190" y="5839457"/>
            <a:ext cx="1812564" cy="628015"/>
          </a:xfrm>
          <a:prstGeom prst="rect">
            <a:avLst/>
          </a:prstGeom>
        </p:spPr>
        <p:txBody>
          <a:bodyPr anchor="t" rtlCol="false" tIns="0" lIns="0" bIns="0" rIns="0">
            <a:spAutoFit/>
          </a:bodyPr>
          <a:lstStyle/>
          <a:p>
            <a:pPr algn="ctr" marL="0" indent="0" lvl="0">
              <a:lnSpc>
                <a:spcPts val="2501"/>
              </a:lnSpc>
            </a:pPr>
            <a:r>
              <a:rPr lang="en-US" b="true" sz="2016">
                <a:solidFill>
                  <a:srgbClr val="1C1C1A"/>
                </a:solidFill>
                <a:latin typeface="Montserrat Ultra-Bold"/>
                <a:ea typeface="Montserrat Ultra-Bold"/>
                <a:cs typeface="Montserrat Ultra-Bold"/>
                <a:sym typeface="Montserrat Ultra-Bold"/>
              </a:rPr>
              <a:t>Phenomenal idea</a:t>
            </a:r>
          </a:p>
        </p:txBody>
      </p:sp>
      <p:grpSp>
        <p:nvGrpSpPr>
          <p:cNvPr name="Group 68" id="68"/>
          <p:cNvGrpSpPr/>
          <p:nvPr/>
        </p:nvGrpSpPr>
        <p:grpSpPr>
          <a:xfrm rot="0">
            <a:off x="13032319" y="5315636"/>
            <a:ext cx="2381250" cy="4362025"/>
            <a:chOff x="0" y="0"/>
            <a:chExt cx="686632" cy="1257787"/>
          </a:xfrm>
        </p:grpSpPr>
        <p:sp>
          <p:nvSpPr>
            <p:cNvPr name="Freeform 69" id="69"/>
            <p:cNvSpPr/>
            <p:nvPr/>
          </p:nvSpPr>
          <p:spPr>
            <a:xfrm flipH="false" flipV="false" rot="0">
              <a:off x="0" y="0"/>
              <a:ext cx="686632" cy="1257787"/>
            </a:xfrm>
            <a:custGeom>
              <a:avLst/>
              <a:gdLst/>
              <a:ahLst/>
              <a:cxnLst/>
              <a:rect r="r" b="b" t="t" l="l"/>
              <a:pathLst>
                <a:path h="1257787" w="686632">
                  <a:moveTo>
                    <a:pt x="146304" y="0"/>
                  </a:moveTo>
                  <a:lnTo>
                    <a:pt x="540328" y="0"/>
                  </a:lnTo>
                  <a:cubicBezTo>
                    <a:pt x="579130" y="0"/>
                    <a:pt x="616343" y="15414"/>
                    <a:pt x="643781" y="42851"/>
                  </a:cubicBezTo>
                  <a:cubicBezTo>
                    <a:pt x="671218" y="70289"/>
                    <a:pt x="686632" y="107502"/>
                    <a:pt x="686632" y="146304"/>
                  </a:cubicBezTo>
                  <a:lnTo>
                    <a:pt x="686632" y="1111483"/>
                  </a:lnTo>
                  <a:cubicBezTo>
                    <a:pt x="686632" y="1150286"/>
                    <a:pt x="671218" y="1187499"/>
                    <a:pt x="643781" y="1214936"/>
                  </a:cubicBezTo>
                  <a:cubicBezTo>
                    <a:pt x="616343" y="1242373"/>
                    <a:pt x="579130" y="1257787"/>
                    <a:pt x="540328" y="1257787"/>
                  </a:cubicBezTo>
                  <a:lnTo>
                    <a:pt x="146304" y="1257787"/>
                  </a:lnTo>
                  <a:cubicBezTo>
                    <a:pt x="65503" y="1257787"/>
                    <a:pt x="0" y="1192285"/>
                    <a:pt x="0" y="1111483"/>
                  </a:cubicBezTo>
                  <a:lnTo>
                    <a:pt x="0" y="146304"/>
                  </a:lnTo>
                  <a:cubicBezTo>
                    <a:pt x="0" y="65503"/>
                    <a:pt x="65503" y="0"/>
                    <a:pt x="146304" y="0"/>
                  </a:cubicBezTo>
                  <a:close/>
                </a:path>
              </a:pathLst>
            </a:custGeom>
            <a:solidFill>
              <a:srgbClr val="FFBEC4"/>
            </a:solidFill>
            <a:ln cap="rnd">
              <a:noFill/>
              <a:prstDash val="solid"/>
              <a:round/>
            </a:ln>
          </p:spPr>
        </p:sp>
        <p:sp>
          <p:nvSpPr>
            <p:cNvPr name="TextBox 70" id="70"/>
            <p:cNvSpPr txBox="true"/>
            <p:nvPr/>
          </p:nvSpPr>
          <p:spPr>
            <a:xfrm>
              <a:off x="0" y="-38100"/>
              <a:ext cx="686632" cy="1295887"/>
            </a:xfrm>
            <a:prstGeom prst="rect">
              <a:avLst/>
            </a:prstGeom>
          </p:spPr>
          <p:txBody>
            <a:bodyPr anchor="ctr" rtlCol="false" tIns="71438" lIns="71438" bIns="71438" rIns="71438"/>
            <a:lstStyle/>
            <a:p>
              <a:pPr algn="ctr">
                <a:lnSpc>
                  <a:spcPts val="2756"/>
                </a:lnSpc>
              </a:pPr>
            </a:p>
          </p:txBody>
        </p:sp>
      </p:grpSp>
      <p:sp>
        <p:nvSpPr>
          <p:cNvPr name="AutoShape 71" id="71"/>
          <p:cNvSpPr/>
          <p:nvPr/>
        </p:nvSpPr>
        <p:spPr>
          <a:xfrm flipV="true">
            <a:off x="14222944" y="3541406"/>
            <a:ext cx="0" cy="1774230"/>
          </a:xfrm>
          <a:prstGeom prst="line">
            <a:avLst/>
          </a:prstGeom>
          <a:ln cap="flat" w="47625">
            <a:solidFill>
              <a:srgbClr val="8D9193"/>
            </a:solidFill>
            <a:prstDash val="sysDot"/>
            <a:headEnd type="none" len="sm" w="sm"/>
            <a:tailEnd type="none" len="sm" w="sm"/>
          </a:ln>
        </p:spPr>
      </p:sp>
      <p:grpSp>
        <p:nvGrpSpPr>
          <p:cNvPr name="Group 72" id="72"/>
          <p:cNvGrpSpPr/>
          <p:nvPr/>
        </p:nvGrpSpPr>
        <p:grpSpPr>
          <a:xfrm rot="0">
            <a:off x="13562122" y="2219761"/>
            <a:ext cx="1321645" cy="1321645"/>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74" id="7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75" id="75"/>
          <p:cNvSpPr txBox="true"/>
          <p:nvPr/>
        </p:nvSpPr>
        <p:spPr>
          <a:xfrm rot="0">
            <a:off x="13194244"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76" id="76"/>
          <p:cNvSpPr txBox="true"/>
          <p:nvPr/>
        </p:nvSpPr>
        <p:spPr>
          <a:xfrm rot="0">
            <a:off x="13706323"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77" id="77"/>
          <p:cNvGrpSpPr/>
          <p:nvPr/>
        </p:nvGrpSpPr>
        <p:grpSpPr>
          <a:xfrm rot="0">
            <a:off x="13909503" y="4059831"/>
            <a:ext cx="626884" cy="483459"/>
            <a:chOff x="0" y="0"/>
            <a:chExt cx="922188" cy="711200"/>
          </a:xfrm>
        </p:grpSpPr>
        <p:sp>
          <p:nvSpPr>
            <p:cNvPr name="Freeform 78" id="78"/>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E46671"/>
            </a:solidFill>
            <a:ln cap="sq">
              <a:noFill/>
              <a:prstDash val="solid"/>
              <a:miter/>
            </a:ln>
          </p:spPr>
        </p:sp>
        <p:sp>
          <p:nvSpPr>
            <p:cNvPr name="TextBox 79" id="7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80" id="80"/>
          <p:cNvSpPr txBox="true"/>
          <p:nvPr/>
        </p:nvSpPr>
        <p:spPr>
          <a:xfrm rot="0">
            <a:off x="13481543"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Brilliant idea</a:t>
            </a:r>
          </a:p>
        </p:txBody>
      </p:sp>
      <p:grpSp>
        <p:nvGrpSpPr>
          <p:cNvPr name="Group 81" id="81"/>
          <p:cNvGrpSpPr/>
          <p:nvPr/>
        </p:nvGrpSpPr>
        <p:grpSpPr>
          <a:xfrm rot="0">
            <a:off x="15571792" y="5315636"/>
            <a:ext cx="2381250" cy="4362025"/>
            <a:chOff x="0" y="0"/>
            <a:chExt cx="710430" cy="1301380"/>
          </a:xfrm>
        </p:grpSpPr>
        <p:sp>
          <p:nvSpPr>
            <p:cNvPr name="Freeform 82" id="82"/>
            <p:cNvSpPr/>
            <p:nvPr/>
          </p:nvSpPr>
          <p:spPr>
            <a:xfrm flipH="false" flipV="false" rot="0">
              <a:off x="0" y="0"/>
              <a:ext cx="710430" cy="1301380"/>
            </a:xfrm>
            <a:custGeom>
              <a:avLst/>
              <a:gdLst/>
              <a:ahLst/>
              <a:cxnLst/>
              <a:rect r="r" b="b" t="t" l="l"/>
              <a:pathLst>
                <a:path h="1301380" w="710430">
                  <a:moveTo>
                    <a:pt x="130048" y="0"/>
                  </a:moveTo>
                  <a:lnTo>
                    <a:pt x="580382" y="0"/>
                  </a:lnTo>
                  <a:cubicBezTo>
                    <a:pt x="614873" y="0"/>
                    <a:pt x="647951" y="13701"/>
                    <a:pt x="672339" y="38090"/>
                  </a:cubicBezTo>
                  <a:cubicBezTo>
                    <a:pt x="696728" y="62479"/>
                    <a:pt x="710430" y="95557"/>
                    <a:pt x="710430" y="130048"/>
                  </a:cubicBezTo>
                  <a:lnTo>
                    <a:pt x="710430" y="1171332"/>
                  </a:lnTo>
                  <a:cubicBezTo>
                    <a:pt x="710430" y="1243156"/>
                    <a:pt x="652205" y="1301380"/>
                    <a:pt x="580382" y="1301380"/>
                  </a:cubicBezTo>
                  <a:lnTo>
                    <a:pt x="130048" y="1301380"/>
                  </a:lnTo>
                  <a:cubicBezTo>
                    <a:pt x="58224" y="1301380"/>
                    <a:pt x="0" y="1243156"/>
                    <a:pt x="0" y="1171332"/>
                  </a:cubicBezTo>
                  <a:lnTo>
                    <a:pt x="0" y="130048"/>
                  </a:lnTo>
                  <a:cubicBezTo>
                    <a:pt x="0" y="58224"/>
                    <a:pt x="58224" y="0"/>
                    <a:pt x="130048" y="0"/>
                  </a:cubicBezTo>
                  <a:close/>
                </a:path>
              </a:pathLst>
            </a:custGeom>
            <a:solidFill>
              <a:srgbClr val="B5EBEF"/>
            </a:solidFill>
            <a:ln cap="rnd">
              <a:noFill/>
              <a:prstDash val="solid"/>
              <a:round/>
            </a:ln>
          </p:spPr>
        </p:sp>
        <p:sp>
          <p:nvSpPr>
            <p:cNvPr name="TextBox 83" id="83"/>
            <p:cNvSpPr txBox="true"/>
            <p:nvPr/>
          </p:nvSpPr>
          <p:spPr>
            <a:xfrm>
              <a:off x="0" y="-38100"/>
              <a:ext cx="710430" cy="1339480"/>
            </a:xfrm>
            <a:prstGeom prst="rect">
              <a:avLst/>
            </a:prstGeom>
          </p:spPr>
          <p:txBody>
            <a:bodyPr anchor="ctr" rtlCol="false" tIns="71438" lIns="71438" bIns="71438" rIns="71438"/>
            <a:lstStyle/>
            <a:p>
              <a:pPr algn="ctr">
                <a:lnSpc>
                  <a:spcPts val="2756"/>
                </a:lnSpc>
              </a:pPr>
            </a:p>
          </p:txBody>
        </p:sp>
      </p:grpSp>
      <p:sp>
        <p:nvSpPr>
          <p:cNvPr name="AutoShape 84" id="84"/>
          <p:cNvSpPr/>
          <p:nvPr/>
        </p:nvSpPr>
        <p:spPr>
          <a:xfrm flipV="true">
            <a:off x="16762417" y="3541406"/>
            <a:ext cx="0" cy="1774230"/>
          </a:xfrm>
          <a:prstGeom prst="line">
            <a:avLst/>
          </a:prstGeom>
          <a:ln cap="flat" w="47625">
            <a:solidFill>
              <a:srgbClr val="8D9193"/>
            </a:solidFill>
            <a:prstDash val="sysDot"/>
            <a:headEnd type="none" len="sm" w="sm"/>
            <a:tailEnd type="none" len="sm" w="sm"/>
          </a:ln>
        </p:spPr>
      </p:sp>
      <p:grpSp>
        <p:nvGrpSpPr>
          <p:cNvPr name="Group 85" id="85"/>
          <p:cNvGrpSpPr/>
          <p:nvPr/>
        </p:nvGrpSpPr>
        <p:grpSpPr>
          <a:xfrm rot="0">
            <a:off x="16101594" y="2219761"/>
            <a:ext cx="1321645" cy="13216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87" id="8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88" id="88"/>
          <p:cNvSpPr txBox="true"/>
          <p:nvPr/>
        </p:nvSpPr>
        <p:spPr>
          <a:xfrm rot="0">
            <a:off x="15733717" y="6683363"/>
            <a:ext cx="2057400" cy="2465558"/>
          </a:xfrm>
          <a:prstGeom prst="rect">
            <a:avLst/>
          </a:prstGeom>
        </p:spPr>
        <p:txBody>
          <a:bodyPr anchor="t" rtlCol="false" tIns="0" lIns="0" bIns="0" rIns="0">
            <a:spAutoFit/>
          </a:bodyPr>
          <a:lstStyle/>
          <a:p>
            <a:pPr algn="ctr" marL="0" indent="0" lvl="0">
              <a:lnSpc>
                <a:spcPts val="1984"/>
              </a:lnSpc>
            </a:pPr>
            <a:r>
              <a:rPr lang="en-US" sz="1331">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9" id="89"/>
          <p:cNvSpPr txBox="true"/>
          <p:nvPr/>
        </p:nvSpPr>
        <p:spPr>
          <a:xfrm rot="0">
            <a:off x="16245795" y="2500368"/>
            <a:ext cx="1033244" cy="671038"/>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07</a:t>
            </a:r>
          </a:p>
        </p:txBody>
      </p:sp>
      <p:grpSp>
        <p:nvGrpSpPr>
          <p:cNvPr name="Group 90" id="90"/>
          <p:cNvGrpSpPr/>
          <p:nvPr/>
        </p:nvGrpSpPr>
        <p:grpSpPr>
          <a:xfrm rot="0">
            <a:off x="16448975" y="4059831"/>
            <a:ext cx="626884" cy="483459"/>
            <a:chOff x="0" y="0"/>
            <a:chExt cx="922188" cy="711200"/>
          </a:xfrm>
        </p:grpSpPr>
        <p:sp>
          <p:nvSpPr>
            <p:cNvPr name="Freeform 91" id="91"/>
            <p:cNvSpPr/>
            <p:nvPr/>
          </p:nvSpPr>
          <p:spPr>
            <a:xfrm flipH="false" flipV="false" rot="0">
              <a:off x="56384" y="67115"/>
              <a:ext cx="809420" cy="644085"/>
            </a:xfrm>
            <a:custGeom>
              <a:avLst/>
              <a:gdLst/>
              <a:ahLst/>
              <a:cxnLst/>
              <a:rect r="r" b="b" t="t" l="l"/>
              <a:pathLst>
                <a:path h="644085" w="809420">
                  <a:moveTo>
                    <a:pt x="471894" y="36510"/>
                  </a:moveTo>
                  <a:lnTo>
                    <a:pt x="798620" y="540460"/>
                  </a:lnTo>
                  <a:cubicBezTo>
                    <a:pt x="812001" y="561099"/>
                    <a:pt x="813020" y="587405"/>
                    <a:pt x="801275" y="609017"/>
                  </a:cubicBezTo>
                  <a:cubicBezTo>
                    <a:pt x="789530" y="630629"/>
                    <a:pt x="766903" y="644085"/>
                    <a:pt x="742305" y="644085"/>
                  </a:cubicBezTo>
                  <a:lnTo>
                    <a:pt x="67115" y="644085"/>
                  </a:lnTo>
                  <a:cubicBezTo>
                    <a:pt x="42517" y="644085"/>
                    <a:pt x="19890" y="630629"/>
                    <a:pt x="8145" y="609017"/>
                  </a:cubicBezTo>
                  <a:cubicBezTo>
                    <a:pt x="-3600" y="587405"/>
                    <a:pt x="-2581" y="561099"/>
                    <a:pt x="10800" y="540460"/>
                  </a:cubicBezTo>
                  <a:lnTo>
                    <a:pt x="337526" y="36510"/>
                  </a:lnTo>
                  <a:cubicBezTo>
                    <a:pt x="352287" y="13742"/>
                    <a:pt x="377575" y="0"/>
                    <a:pt x="404710" y="0"/>
                  </a:cubicBezTo>
                  <a:cubicBezTo>
                    <a:pt x="431844" y="0"/>
                    <a:pt x="457132" y="13742"/>
                    <a:pt x="471894" y="36510"/>
                  </a:cubicBezTo>
                  <a:close/>
                </a:path>
              </a:pathLst>
            </a:custGeom>
            <a:solidFill>
              <a:srgbClr val="38AEB6"/>
            </a:solidFill>
            <a:ln cap="sq">
              <a:noFill/>
              <a:prstDash val="solid"/>
              <a:miter/>
            </a:ln>
          </p:spPr>
        </p:sp>
        <p:sp>
          <p:nvSpPr>
            <p:cNvPr name="TextBox 92" id="92"/>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93" id="93"/>
          <p:cNvSpPr txBox="true"/>
          <p:nvPr/>
        </p:nvSpPr>
        <p:spPr>
          <a:xfrm rot="0">
            <a:off x="16021015" y="5848982"/>
            <a:ext cx="1482804" cy="618490"/>
          </a:xfrm>
          <a:prstGeom prst="rect">
            <a:avLst/>
          </a:prstGeom>
        </p:spPr>
        <p:txBody>
          <a:bodyPr anchor="t" rtlCol="false" tIns="0" lIns="0" bIns="0" rIns="0">
            <a:spAutoFit/>
          </a:bodyPr>
          <a:lstStyle/>
          <a:p>
            <a:pPr algn="ctr" marL="0" indent="0" lvl="0">
              <a:lnSpc>
                <a:spcPts val="2479"/>
              </a:lnSpc>
            </a:pPr>
            <a:r>
              <a:rPr lang="en-US" b="true" sz="1999">
                <a:solidFill>
                  <a:srgbClr val="1C1C1A"/>
                </a:solidFill>
                <a:latin typeface="Montserrat Ultra-Bold"/>
                <a:ea typeface="Montserrat Ultra-Bold"/>
                <a:cs typeface="Montserrat Ultra-Bold"/>
                <a:sym typeface="Montserrat Ultra-Bold"/>
              </a:rPr>
              <a:t>Idea simple</a:t>
            </a:r>
          </a:p>
        </p:txBody>
      </p:sp>
      <p:sp>
        <p:nvSpPr>
          <p:cNvPr name="TextBox 94" id="94"/>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sp>
        <p:nvSpPr>
          <p:cNvPr name="AutoShape 2" id="2"/>
          <p:cNvSpPr/>
          <p:nvPr/>
        </p:nvSpPr>
        <p:spPr>
          <a:xfrm>
            <a:off x="2434784" y="3077290"/>
            <a:ext cx="13336404" cy="47625"/>
          </a:xfrm>
          <a:prstGeom prst="line">
            <a:avLst/>
          </a:prstGeom>
          <a:ln cap="flat" w="47625">
            <a:solidFill>
              <a:srgbClr val="8D9193"/>
            </a:solidFill>
            <a:prstDash val="sysDot"/>
            <a:headEnd type="none" len="sm" w="sm"/>
            <a:tailEnd type="none" len="sm" w="sm"/>
          </a:ln>
        </p:spPr>
      </p:sp>
      <p:grpSp>
        <p:nvGrpSpPr>
          <p:cNvPr name="Group 3" id="3"/>
          <p:cNvGrpSpPr/>
          <p:nvPr/>
        </p:nvGrpSpPr>
        <p:grpSpPr>
          <a:xfrm rot="0">
            <a:off x="6781137" y="1917174"/>
            <a:ext cx="4725725" cy="1698418"/>
            <a:chOff x="0" y="0"/>
            <a:chExt cx="1491632" cy="536090"/>
          </a:xfrm>
        </p:grpSpPr>
        <p:sp>
          <p:nvSpPr>
            <p:cNvPr name="Freeform 4" id="4"/>
            <p:cNvSpPr/>
            <p:nvPr/>
          </p:nvSpPr>
          <p:spPr>
            <a:xfrm flipH="false" flipV="false" rot="0">
              <a:off x="0" y="0"/>
              <a:ext cx="1491632" cy="536090"/>
            </a:xfrm>
            <a:custGeom>
              <a:avLst/>
              <a:gdLst/>
              <a:ahLst/>
              <a:cxnLst/>
              <a:rect r="r" b="b" t="t" l="l"/>
              <a:pathLst>
                <a:path h="536090" w="1491632">
                  <a:moveTo>
                    <a:pt x="49148" y="0"/>
                  </a:moveTo>
                  <a:lnTo>
                    <a:pt x="1442485" y="0"/>
                  </a:lnTo>
                  <a:cubicBezTo>
                    <a:pt x="1455519" y="0"/>
                    <a:pt x="1468020" y="5178"/>
                    <a:pt x="1477237" y="14395"/>
                  </a:cubicBezTo>
                  <a:cubicBezTo>
                    <a:pt x="1486454" y="23612"/>
                    <a:pt x="1491632" y="36113"/>
                    <a:pt x="1491632" y="49148"/>
                  </a:cubicBezTo>
                  <a:lnTo>
                    <a:pt x="1491632" y="486943"/>
                  </a:lnTo>
                  <a:cubicBezTo>
                    <a:pt x="1491632" y="514086"/>
                    <a:pt x="1469628" y="536090"/>
                    <a:pt x="1442485" y="536090"/>
                  </a:cubicBezTo>
                  <a:lnTo>
                    <a:pt x="49148" y="536090"/>
                  </a:lnTo>
                  <a:cubicBezTo>
                    <a:pt x="36113" y="536090"/>
                    <a:pt x="23612" y="530912"/>
                    <a:pt x="14395" y="521695"/>
                  </a:cubicBezTo>
                  <a:cubicBezTo>
                    <a:pt x="5178" y="512478"/>
                    <a:pt x="0" y="499977"/>
                    <a:pt x="0" y="486943"/>
                  </a:cubicBezTo>
                  <a:lnTo>
                    <a:pt x="0" y="49148"/>
                  </a:lnTo>
                  <a:cubicBezTo>
                    <a:pt x="0" y="36113"/>
                    <a:pt x="5178" y="23612"/>
                    <a:pt x="14395" y="14395"/>
                  </a:cubicBezTo>
                  <a:cubicBezTo>
                    <a:pt x="23612" y="5178"/>
                    <a:pt x="36113" y="0"/>
                    <a:pt x="49148" y="0"/>
                  </a:cubicBezTo>
                  <a:close/>
                </a:path>
              </a:pathLst>
            </a:custGeom>
            <a:solidFill>
              <a:srgbClr val="E1E7F0"/>
            </a:solidFill>
          </p:spPr>
        </p:sp>
        <p:sp>
          <p:nvSpPr>
            <p:cNvPr name="TextBox 5" id="5"/>
            <p:cNvSpPr txBox="true"/>
            <p:nvPr/>
          </p:nvSpPr>
          <p:spPr>
            <a:xfrm>
              <a:off x="0" y="-38100"/>
              <a:ext cx="1491632" cy="57419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7190909" y="2260261"/>
            <a:ext cx="3906182" cy="983615"/>
          </a:xfrm>
          <a:prstGeom prst="rect">
            <a:avLst/>
          </a:prstGeom>
        </p:spPr>
        <p:txBody>
          <a:bodyPr anchor="t" rtlCol="false" tIns="0" lIns="0" bIns="0" rIns="0">
            <a:spAutoFit/>
          </a:bodyPr>
          <a:lstStyle/>
          <a:p>
            <a:pPr algn="ctr" marL="0" indent="0" lvl="0">
              <a:lnSpc>
                <a:spcPts val="1960"/>
              </a:lnSpc>
            </a:pPr>
            <a:r>
              <a:rPr lang="en-US" sz="1400">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7" id="7"/>
          <p:cNvSpPr txBox="true"/>
          <p:nvPr/>
        </p:nvSpPr>
        <p:spPr>
          <a:xfrm rot="0">
            <a:off x="954652"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sp>
        <p:nvSpPr>
          <p:cNvPr name="AutoShape 8" id="8"/>
          <p:cNvSpPr/>
          <p:nvPr/>
        </p:nvSpPr>
        <p:spPr>
          <a:xfrm flipV="true">
            <a:off x="2383402" y="3077290"/>
            <a:ext cx="0" cy="1296981"/>
          </a:xfrm>
          <a:prstGeom prst="line">
            <a:avLst/>
          </a:prstGeom>
          <a:ln cap="flat" w="47625">
            <a:solidFill>
              <a:srgbClr val="8D9193"/>
            </a:solidFill>
            <a:prstDash val="sysDot"/>
            <a:headEnd type="none" len="sm" w="sm"/>
            <a:tailEnd type="none" len="sm" w="sm"/>
          </a:ln>
        </p:spPr>
      </p:sp>
      <p:grpSp>
        <p:nvGrpSpPr>
          <p:cNvPr name="Group 9" id="9"/>
          <p:cNvGrpSpPr/>
          <p:nvPr/>
        </p:nvGrpSpPr>
        <p:grpSpPr>
          <a:xfrm rot="0">
            <a:off x="924834" y="5281835"/>
            <a:ext cx="2917136" cy="1279111"/>
            <a:chOff x="0" y="0"/>
            <a:chExt cx="920767" cy="403740"/>
          </a:xfrm>
        </p:grpSpPr>
        <p:sp>
          <p:nvSpPr>
            <p:cNvPr name="Freeform 10" id="10"/>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EAE0FF"/>
            </a:solidFill>
          </p:spPr>
        </p:sp>
        <p:sp>
          <p:nvSpPr>
            <p:cNvPr name="TextBox 11" id="11"/>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12" id="12"/>
          <p:cNvGrpSpPr/>
          <p:nvPr/>
        </p:nvGrpSpPr>
        <p:grpSpPr>
          <a:xfrm rot="0">
            <a:off x="1907152" y="4805585"/>
            <a:ext cx="952500" cy="9525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14" id="14"/>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5" id="15"/>
          <p:cNvGrpSpPr/>
          <p:nvPr/>
        </p:nvGrpSpPr>
        <p:grpSpPr>
          <a:xfrm rot="-10800000">
            <a:off x="2149057" y="4244102"/>
            <a:ext cx="468690" cy="361458"/>
            <a:chOff x="0" y="0"/>
            <a:chExt cx="922188" cy="711200"/>
          </a:xfrm>
        </p:grpSpPr>
        <p:sp>
          <p:nvSpPr>
            <p:cNvPr name="Freeform 16" id="16"/>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7" id="17"/>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18" id="18"/>
          <p:cNvSpPr txBox="true"/>
          <p:nvPr/>
        </p:nvSpPr>
        <p:spPr>
          <a:xfrm rot="0">
            <a:off x="4335465"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sp>
        <p:nvSpPr>
          <p:cNvPr name="AutoShape 19" id="19"/>
          <p:cNvSpPr/>
          <p:nvPr/>
        </p:nvSpPr>
        <p:spPr>
          <a:xfrm flipV="true">
            <a:off x="5764215" y="3148727"/>
            <a:ext cx="0" cy="1225543"/>
          </a:xfrm>
          <a:prstGeom prst="line">
            <a:avLst/>
          </a:prstGeom>
          <a:ln cap="flat" w="47625">
            <a:solidFill>
              <a:srgbClr val="8D9193"/>
            </a:solidFill>
            <a:prstDash val="sysDot"/>
            <a:headEnd type="none" len="sm" w="sm"/>
            <a:tailEnd type="none" len="sm" w="sm"/>
          </a:ln>
        </p:spPr>
      </p:sp>
      <p:grpSp>
        <p:nvGrpSpPr>
          <p:cNvPr name="Group 20" id="20"/>
          <p:cNvGrpSpPr/>
          <p:nvPr/>
        </p:nvGrpSpPr>
        <p:grpSpPr>
          <a:xfrm rot="0">
            <a:off x="4305647" y="5283377"/>
            <a:ext cx="2917136" cy="1279111"/>
            <a:chOff x="0" y="0"/>
            <a:chExt cx="920767" cy="403740"/>
          </a:xfrm>
        </p:grpSpPr>
        <p:sp>
          <p:nvSpPr>
            <p:cNvPr name="Freeform 21" id="21"/>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FFBEC4"/>
            </a:solidFill>
          </p:spPr>
        </p:sp>
        <p:sp>
          <p:nvSpPr>
            <p:cNvPr name="TextBox 22" id="22"/>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5287965" y="4805585"/>
            <a:ext cx="952500" cy="95250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25" id="2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26" id="26"/>
          <p:cNvGrpSpPr/>
          <p:nvPr/>
        </p:nvGrpSpPr>
        <p:grpSpPr>
          <a:xfrm rot="-10800000">
            <a:off x="5529870" y="4244102"/>
            <a:ext cx="468690" cy="361458"/>
            <a:chOff x="0" y="0"/>
            <a:chExt cx="922188" cy="711200"/>
          </a:xfrm>
        </p:grpSpPr>
        <p:sp>
          <p:nvSpPr>
            <p:cNvPr name="Freeform 27" id="27"/>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28" id="28"/>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29" id="29"/>
          <p:cNvSpPr/>
          <p:nvPr/>
        </p:nvSpPr>
        <p:spPr>
          <a:xfrm flipH="true" flipV="true">
            <a:off x="9144000" y="3615592"/>
            <a:ext cx="1028" cy="758679"/>
          </a:xfrm>
          <a:prstGeom prst="line">
            <a:avLst/>
          </a:prstGeom>
          <a:ln cap="flat" w="47625">
            <a:solidFill>
              <a:srgbClr val="8D9193"/>
            </a:solidFill>
            <a:prstDash val="sysDot"/>
            <a:headEnd type="none" len="sm" w="sm"/>
            <a:tailEnd type="none" len="sm" w="sm"/>
          </a:ln>
        </p:spPr>
      </p:sp>
      <p:grpSp>
        <p:nvGrpSpPr>
          <p:cNvPr name="Group 30" id="30"/>
          <p:cNvGrpSpPr/>
          <p:nvPr/>
        </p:nvGrpSpPr>
        <p:grpSpPr>
          <a:xfrm rot="0">
            <a:off x="7686460" y="5284920"/>
            <a:ext cx="2917136" cy="1279111"/>
            <a:chOff x="0" y="0"/>
            <a:chExt cx="920767" cy="403740"/>
          </a:xfrm>
        </p:grpSpPr>
        <p:sp>
          <p:nvSpPr>
            <p:cNvPr name="Freeform 31" id="31"/>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B5EBEF"/>
            </a:solidFill>
          </p:spPr>
        </p:sp>
        <p:sp>
          <p:nvSpPr>
            <p:cNvPr name="TextBox 32" id="32"/>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33" id="33"/>
          <p:cNvGrpSpPr/>
          <p:nvPr/>
        </p:nvGrpSpPr>
        <p:grpSpPr>
          <a:xfrm rot="0">
            <a:off x="8668778" y="4805585"/>
            <a:ext cx="952500" cy="95250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35" id="35"/>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36" id="36"/>
          <p:cNvSpPr txBox="true"/>
          <p:nvPr/>
        </p:nvSpPr>
        <p:spPr>
          <a:xfrm rot="0">
            <a:off x="7716278"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37" id="37"/>
          <p:cNvGrpSpPr/>
          <p:nvPr/>
        </p:nvGrpSpPr>
        <p:grpSpPr>
          <a:xfrm rot="-10800000">
            <a:off x="8910683" y="4244102"/>
            <a:ext cx="468690" cy="361458"/>
            <a:chOff x="0" y="0"/>
            <a:chExt cx="922188" cy="711200"/>
          </a:xfrm>
        </p:grpSpPr>
        <p:sp>
          <p:nvSpPr>
            <p:cNvPr name="Freeform 38" id="38"/>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39" id="39"/>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40" id="40"/>
          <p:cNvSpPr/>
          <p:nvPr/>
        </p:nvSpPr>
        <p:spPr>
          <a:xfrm flipV="true">
            <a:off x="12525841" y="3148727"/>
            <a:ext cx="0" cy="1225543"/>
          </a:xfrm>
          <a:prstGeom prst="line">
            <a:avLst/>
          </a:prstGeom>
          <a:ln cap="flat" w="47625">
            <a:solidFill>
              <a:srgbClr val="8D9193"/>
            </a:solidFill>
            <a:prstDash val="sysDot"/>
            <a:headEnd type="none" len="sm" w="sm"/>
            <a:tailEnd type="none" len="sm" w="sm"/>
          </a:ln>
        </p:spPr>
      </p:sp>
      <p:grpSp>
        <p:nvGrpSpPr>
          <p:cNvPr name="Group 41" id="41"/>
          <p:cNvGrpSpPr/>
          <p:nvPr/>
        </p:nvGrpSpPr>
        <p:grpSpPr>
          <a:xfrm rot="0">
            <a:off x="11067273" y="5286462"/>
            <a:ext cx="2917136" cy="1279111"/>
            <a:chOff x="0" y="0"/>
            <a:chExt cx="920767" cy="403740"/>
          </a:xfrm>
        </p:grpSpPr>
        <p:sp>
          <p:nvSpPr>
            <p:cNvPr name="Freeform 42" id="42"/>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FFE8A3"/>
            </a:solidFill>
          </p:spPr>
        </p:sp>
        <p:sp>
          <p:nvSpPr>
            <p:cNvPr name="TextBox 43" id="43"/>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44" id="44"/>
          <p:cNvGrpSpPr/>
          <p:nvPr/>
        </p:nvGrpSpPr>
        <p:grpSpPr>
          <a:xfrm rot="0">
            <a:off x="12049591" y="4805585"/>
            <a:ext cx="952500" cy="952500"/>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46" id="4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47" id="47"/>
          <p:cNvSpPr txBox="true"/>
          <p:nvPr/>
        </p:nvSpPr>
        <p:spPr>
          <a:xfrm rot="0">
            <a:off x="11097091"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48" id="48"/>
          <p:cNvGrpSpPr/>
          <p:nvPr/>
        </p:nvGrpSpPr>
        <p:grpSpPr>
          <a:xfrm rot="-10800000">
            <a:off x="12291496" y="4244102"/>
            <a:ext cx="468690" cy="361458"/>
            <a:chOff x="0" y="0"/>
            <a:chExt cx="922188" cy="711200"/>
          </a:xfrm>
        </p:grpSpPr>
        <p:sp>
          <p:nvSpPr>
            <p:cNvPr name="Freeform 49" id="49"/>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50" id="50"/>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AutoShape 51" id="51"/>
          <p:cNvSpPr/>
          <p:nvPr/>
        </p:nvSpPr>
        <p:spPr>
          <a:xfrm flipV="true">
            <a:off x="15902158" y="3148727"/>
            <a:ext cx="8992" cy="1225545"/>
          </a:xfrm>
          <a:prstGeom prst="line">
            <a:avLst/>
          </a:prstGeom>
          <a:ln cap="flat" w="47625">
            <a:solidFill>
              <a:srgbClr val="8D9193"/>
            </a:solidFill>
            <a:prstDash val="sysDot"/>
            <a:headEnd type="none" len="sm" w="sm"/>
            <a:tailEnd type="none" len="sm" w="sm"/>
          </a:ln>
        </p:spPr>
      </p:sp>
      <p:grpSp>
        <p:nvGrpSpPr>
          <p:cNvPr name="Group 52" id="52"/>
          <p:cNvGrpSpPr/>
          <p:nvPr/>
        </p:nvGrpSpPr>
        <p:grpSpPr>
          <a:xfrm rot="0">
            <a:off x="14448086" y="5286462"/>
            <a:ext cx="2917136" cy="1279111"/>
            <a:chOff x="0" y="0"/>
            <a:chExt cx="920767" cy="403740"/>
          </a:xfrm>
        </p:grpSpPr>
        <p:sp>
          <p:nvSpPr>
            <p:cNvPr name="Freeform 53" id="53"/>
            <p:cNvSpPr/>
            <p:nvPr/>
          </p:nvSpPr>
          <p:spPr>
            <a:xfrm flipH="false" flipV="false" rot="0">
              <a:off x="0" y="0"/>
              <a:ext cx="920767" cy="403740"/>
            </a:xfrm>
            <a:custGeom>
              <a:avLst/>
              <a:gdLst/>
              <a:ahLst/>
              <a:cxnLst/>
              <a:rect r="r" b="b" t="t" l="l"/>
              <a:pathLst>
                <a:path h="403740" w="920767">
                  <a:moveTo>
                    <a:pt x="79618" y="0"/>
                  </a:moveTo>
                  <a:lnTo>
                    <a:pt x="841149" y="0"/>
                  </a:lnTo>
                  <a:cubicBezTo>
                    <a:pt x="862265" y="0"/>
                    <a:pt x="882516" y="8388"/>
                    <a:pt x="897448" y="23320"/>
                  </a:cubicBezTo>
                  <a:cubicBezTo>
                    <a:pt x="912379" y="38251"/>
                    <a:pt x="920767" y="58502"/>
                    <a:pt x="920767" y="79618"/>
                  </a:cubicBezTo>
                  <a:lnTo>
                    <a:pt x="920767" y="324121"/>
                  </a:lnTo>
                  <a:cubicBezTo>
                    <a:pt x="920767" y="345238"/>
                    <a:pt x="912379" y="365489"/>
                    <a:pt x="897448" y="380420"/>
                  </a:cubicBezTo>
                  <a:cubicBezTo>
                    <a:pt x="882516" y="395351"/>
                    <a:pt x="862265" y="403740"/>
                    <a:pt x="841149" y="403740"/>
                  </a:cubicBezTo>
                  <a:lnTo>
                    <a:pt x="79618" y="403740"/>
                  </a:lnTo>
                  <a:cubicBezTo>
                    <a:pt x="58502" y="403740"/>
                    <a:pt x="38251" y="395351"/>
                    <a:pt x="23320" y="380420"/>
                  </a:cubicBezTo>
                  <a:cubicBezTo>
                    <a:pt x="8388" y="365489"/>
                    <a:pt x="0" y="345238"/>
                    <a:pt x="0" y="324121"/>
                  </a:cubicBezTo>
                  <a:lnTo>
                    <a:pt x="0" y="79618"/>
                  </a:lnTo>
                  <a:cubicBezTo>
                    <a:pt x="0" y="58502"/>
                    <a:pt x="8388" y="38251"/>
                    <a:pt x="23320" y="23320"/>
                  </a:cubicBezTo>
                  <a:cubicBezTo>
                    <a:pt x="38251" y="8388"/>
                    <a:pt x="58502" y="0"/>
                    <a:pt x="79618" y="0"/>
                  </a:cubicBezTo>
                  <a:close/>
                </a:path>
              </a:pathLst>
            </a:custGeom>
            <a:solidFill>
              <a:srgbClr val="EAE0FF"/>
            </a:solidFill>
          </p:spPr>
        </p:sp>
        <p:sp>
          <p:nvSpPr>
            <p:cNvPr name="TextBox 54" id="54"/>
            <p:cNvSpPr txBox="true"/>
            <p:nvPr/>
          </p:nvSpPr>
          <p:spPr>
            <a:xfrm>
              <a:off x="0" y="-38100"/>
              <a:ext cx="920767" cy="441840"/>
            </a:xfrm>
            <a:prstGeom prst="rect">
              <a:avLst/>
            </a:prstGeom>
          </p:spPr>
          <p:txBody>
            <a:bodyPr anchor="ctr" rtlCol="false" tIns="50800" lIns="50800" bIns="50800" rIns="50800"/>
            <a:lstStyle/>
            <a:p>
              <a:pPr algn="ctr">
                <a:lnSpc>
                  <a:spcPts val="2659"/>
                </a:lnSpc>
                <a:spcBef>
                  <a:spcPct val="0"/>
                </a:spcBef>
              </a:pPr>
            </a:p>
          </p:txBody>
        </p:sp>
      </p:grpSp>
      <p:grpSp>
        <p:nvGrpSpPr>
          <p:cNvPr name="Group 55" id="55"/>
          <p:cNvGrpSpPr/>
          <p:nvPr/>
        </p:nvGrpSpPr>
        <p:grpSpPr>
          <a:xfrm rot="0">
            <a:off x="15430404" y="4805585"/>
            <a:ext cx="952500" cy="952500"/>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7" id="5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sp>
        <p:nvSpPr>
          <p:cNvPr name="TextBox 58" id="58"/>
          <p:cNvSpPr txBox="true"/>
          <p:nvPr/>
        </p:nvSpPr>
        <p:spPr>
          <a:xfrm rot="0">
            <a:off x="14477904" y="6956098"/>
            <a:ext cx="2857500" cy="1861185"/>
          </a:xfrm>
          <a:prstGeom prst="rect">
            <a:avLst/>
          </a:prstGeom>
        </p:spPr>
        <p:txBody>
          <a:bodyPr anchor="t" rtlCol="false" tIns="0" lIns="0" bIns="0" rIns="0">
            <a:spAutoFit/>
          </a:bodyPr>
          <a:lstStyle/>
          <a:p>
            <a:pPr algn="ctr" marL="0" indent="0" lvl="0">
              <a:lnSpc>
                <a:spcPts val="2100"/>
              </a:lnSpc>
            </a:pPr>
            <a:r>
              <a:rPr lang="en-US" sz="1400" u="none">
                <a:solidFill>
                  <a:srgbClr val="1C1C1A"/>
                </a:solidFill>
                <a:latin typeface="Montserrat"/>
                <a:ea typeface="Montserrat"/>
                <a:cs typeface="Montserrat"/>
                <a:sym typeface="Montserrat"/>
              </a:rPr>
              <a:t>Lorem ipsum dolor sit amet, consectetur adipiscing elit. Ut a enim nec nisl ullamcorper eleifend. Praesent risus leo, fringilla et nulla at, egestas euismod orci. Suspendisse porttitor diam eu.</a:t>
            </a:r>
          </a:p>
        </p:txBody>
      </p:sp>
      <p:grpSp>
        <p:nvGrpSpPr>
          <p:cNvPr name="Group 59" id="59"/>
          <p:cNvGrpSpPr/>
          <p:nvPr/>
        </p:nvGrpSpPr>
        <p:grpSpPr>
          <a:xfrm rot="-10800000">
            <a:off x="15672309" y="4244102"/>
            <a:ext cx="468690" cy="361458"/>
            <a:chOff x="0" y="0"/>
            <a:chExt cx="922188" cy="711200"/>
          </a:xfrm>
        </p:grpSpPr>
        <p:sp>
          <p:nvSpPr>
            <p:cNvPr name="Freeform 60" id="6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1" id="6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sp>
        <p:nvSpPr>
          <p:cNvPr name="TextBox 62" id="62"/>
          <p:cNvSpPr txBox="true"/>
          <p:nvPr/>
        </p:nvSpPr>
        <p:spPr>
          <a:xfrm rot="0">
            <a:off x="2033726"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01</a:t>
            </a:r>
          </a:p>
        </p:txBody>
      </p:sp>
      <p:sp>
        <p:nvSpPr>
          <p:cNvPr name="TextBox 63" id="63"/>
          <p:cNvSpPr txBox="true"/>
          <p:nvPr/>
        </p:nvSpPr>
        <p:spPr>
          <a:xfrm rot="0">
            <a:off x="5414539"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02</a:t>
            </a:r>
          </a:p>
        </p:txBody>
      </p:sp>
      <p:sp>
        <p:nvSpPr>
          <p:cNvPr name="TextBox 64" id="64"/>
          <p:cNvSpPr txBox="true"/>
          <p:nvPr/>
        </p:nvSpPr>
        <p:spPr>
          <a:xfrm rot="0">
            <a:off x="8794324" y="4962943"/>
            <a:ext cx="699353"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03</a:t>
            </a:r>
          </a:p>
        </p:txBody>
      </p:sp>
      <p:sp>
        <p:nvSpPr>
          <p:cNvPr name="TextBox 65" id="65"/>
          <p:cNvSpPr txBox="true"/>
          <p:nvPr/>
        </p:nvSpPr>
        <p:spPr>
          <a:xfrm rot="0">
            <a:off x="12047704" y="4962943"/>
            <a:ext cx="954387"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04</a:t>
            </a:r>
          </a:p>
        </p:txBody>
      </p:sp>
      <p:sp>
        <p:nvSpPr>
          <p:cNvPr name="TextBox 66" id="66"/>
          <p:cNvSpPr txBox="true"/>
          <p:nvPr/>
        </p:nvSpPr>
        <p:spPr>
          <a:xfrm rot="0">
            <a:off x="15433957" y="4962943"/>
            <a:ext cx="954387" cy="571944"/>
          </a:xfrm>
          <a:prstGeom prst="rect">
            <a:avLst/>
          </a:prstGeom>
        </p:spPr>
        <p:txBody>
          <a:bodyPr anchor="t" rtlCol="false" tIns="0" lIns="0" bIns="0" rIns="0">
            <a:spAutoFit/>
          </a:bodyPr>
          <a:lstStyle/>
          <a:p>
            <a:pPr algn="ctr" marL="0" indent="0" lvl="1">
              <a:lnSpc>
                <a:spcPts val="4700"/>
              </a:lnSpc>
              <a:spcBef>
                <a:spcPct val="0"/>
              </a:spcBef>
            </a:pPr>
            <a:r>
              <a:rPr lang="en-US" b="true" sz="3357" spc="141" strike="noStrike" u="none">
                <a:solidFill>
                  <a:srgbClr val="FFFFFF"/>
                </a:solidFill>
                <a:latin typeface="Montserrat Ultra-Bold"/>
                <a:ea typeface="Montserrat Ultra-Bold"/>
                <a:cs typeface="Montserrat Ultra-Bold"/>
                <a:sym typeface="Montserrat Ultra-Bold"/>
              </a:rPr>
              <a:t>05</a:t>
            </a:r>
          </a:p>
        </p:txBody>
      </p:sp>
      <p:sp>
        <p:nvSpPr>
          <p:cNvPr name="TextBox 67" id="67"/>
          <p:cNvSpPr txBox="true"/>
          <p:nvPr/>
        </p:nvSpPr>
        <p:spPr>
          <a:xfrm rot="0">
            <a:off x="1519206" y="5897470"/>
            <a:ext cx="1728392"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Simple idea</a:t>
            </a:r>
          </a:p>
        </p:txBody>
      </p:sp>
      <p:sp>
        <p:nvSpPr>
          <p:cNvPr name="TextBox 68" id="68"/>
          <p:cNvSpPr txBox="true"/>
          <p:nvPr/>
        </p:nvSpPr>
        <p:spPr>
          <a:xfrm rot="0">
            <a:off x="4669636" y="5897470"/>
            <a:ext cx="2189159"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Creative idea</a:t>
            </a:r>
          </a:p>
        </p:txBody>
      </p:sp>
      <p:sp>
        <p:nvSpPr>
          <p:cNvPr name="TextBox 69" id="69"/>
          <p:cNvSpPr txBox="true"/>
          <p:nvPr/>
        </p:nvSpPr>
        <p:spPr>
          <a:xfrm rot="0">
            <a:off x="7973654" y="5897470"/>
            <a:ext cx="2342748"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Nice idea</a:t>
            </a:r>
          </a:p>
        </p:txBody>
      </p:sp>
      <p:sp>
        <p:nvSpPr>
          <p:cNvPr name="TextBox 70" id="70"/>
          <p:cNvSpPr txBox="true"/>
          <p:nvPr/>
        </p:nvSpPr>
        <p:spPr>
          <a:xfrm rot="0">
            <a:off x="11385185" y="5897470"/>
            <a:ext cx="2281312" cy="330200"/>
          </a:xfrm>
          <a:prstGeom prst="rect">
            <a:avLst/>
          </a:prstGeom>
        </p:spPr>
        <p:txBody>
          <a:bodyPr anchor="t" rtlCol="false" tIns="0" lIns="0" bIns="0" rIns="0">
            <a:spAutoFit/>
          </a:bodyPr>
          <a:lstStyle/>
          <a:p>
            <a:pPr algn="ctr" marL="0" indent="0" lvl="0">
              <a:lnSpc>
                <a:spcPts val="2799"/>
              </a:lnSpc>
              <a:spcBef>
                <a:spcPct val="0"/>
              </a:spcBef>
            </a:pPr>
            <a:r>
              <a:rPr lang="en-US" b="true" sz="1999">
                <a:solidFill>
                  <a:srgbClr val="1C1C1A"/>
                </a:solidFill>
                <a:latin typeface="Montserrat Ultra-Bold"/>
                <a:ea typeface="Montserrat Ultra-Bold"/>
                <a:cs typeface="Montserrat Ultra-Bold"/>
                <a:sym typeface="Montserrat Ultra-Bold"/>
              </a:rPr>
              <a:t>Original idea</a:t>
            </a:r>
          </a:p>
        </p:txBody>
      </p:sp>
      <p:sp>
        <p:nvSpPr>
          <p:cNvPr name="TextBox 71" id="71"/>
          <p:cNvSpPr txBox="true"/>
          <p:nvPr/>
        </p:nvSpPr>
        <p:spPr>
          <a:xfrm rot="0">
            <a:off x="14802038" y="5904455"/>
            <a:ext cx="2209232" cy="323215"/>
          </a:xfrm>
          <a:prstGeom prst="rect">
            <a:avLst/>
          </a:prstGeom>
        </p:spPr>
        <p:txBody>
          <a:bodyPr anchor="t" rtlCol="false" tIns="0" lIns="0" bIns="0" rIns="0">
            <a:spAutoFit/>
          </a:bodyPr>
          <a:lstStyle/>
          <a:p>
            <a:pPr algn="ctr" marL="0" indent="0" lvl="0">
              <a:lnSpc>
                <a:spcPts val="2659"/>
              </a:lnSpc>
              <a:spcBef>
                <a:spcPct val="0"/>
              </a:spcBef>
            </a:pPr>
            <a:r>
              <a:rPr lang="en-US" b="true" sz="1899">
                <a:solidFill>
                  <a:srgbClr val="1C1C1A"/>
                </a:solidFill>
                <a:latin typeface="Montserrat Ultra-Bold"/>
                <a:ea typeface="Montserrat Ultra-Bold"/>
                <a:cs typeface="Montserrat Ultra-Bold"/>
                <a:sym typeface="Montserrat Ultra-Bold"/>
              </a:rPr>
              <a:t>Professional idea</a:t>
            </a:r>
          </a:p>
        </p:txBody>
      </p:sp>
      <p:sp>
        <p:nvSpPr>
          <p:cNvPr name="TextBox 72" id="7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2791057" y="4078521"/>
            <a:ext cx="1114289" cy="2715473"/>
            <a:chOff x="0" y="0"/>
            <a:chExt cx="571682" cy="1393164"/>
          </a:xfrm>
        </p:grpSpPr>
        <p:sp>
          <p:nvSpPr>
            <p:cNvPr name="Freeform 3" id="3"/>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4" id="4"/>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6108221" y="4078521"/>
            <a:ext cx="1114289" cy="2715473"/>
            <a:chOff x="0" y="0"/>
            <a:chExt cx="571682" cy="1393164"/>
          </a:xfrm>
        </p:grpSpPr>
        <p:sp>
          <p:nvSpPr>
            <p:cNvPr name="Freeform 6" id="6"/>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E46671"/>
            </a:solidFill>
          </p:spPr>
        </p:sp>
        <p:sp>
          <p:nvSpPr>
            <p:cNvPr name="TextBox 7" id="7"/>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8" id="8"/>
          <p:cNvGrpSpPr/>
          <p:nvPr/>
        </p:nvGrpSpPr>
        <p:grpSpPr>
          <a:xfrm rot="0">
            <a:off x="788206" y="2239163"/>
            <a:ext cx="2555669" cy="7456534"/>
            <a:chOff x="0" y="0"/>
            <a:chExt cx="812800" cy="2371461"/>
          </a:xfrm>
        </p:grpSpPr>
        <p:sp>
          <p:nvSpPr>
            <p:cNvPr name="Freeform 9" id="9"/>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10" id="10"/>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1" id="11"/>
          <p:cNvGrpSpPr/>
          <p:nvPr/>
        </p:nvGrpSpPr>
        <p:grpSpPr>
          <a:xfrm rot="0">
            <a:off x="4105371" y="2239163"/>
            <a:ext cx="2555669" cy="7456534"/>
            <a:chOff x="0" y="0"/>
            <a:chExt cx="812800" cy="2371461"/>
          </a:xfrm>
        </p:grpSpPr>
        <p:sp>
          <p:nvSpPr>
            <p:cNvPr name="Freeform 12" id="12"/>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BEC4"/>
            </a:solidFill>
            <a:ln cap="rnd">
              <a:noFill/>
              <a:prstDash val="solid"/>
              <a:round/>
            </a:ln>
          </p:spPr>
        </p:sp>
        <p:sp>
          <p:nvSpPr>
            <p:cNvPr name="TextBox 13" id="13"/>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14" id="14"/>
          <p:cNvGrpSpPr/>
          <p:nvPr/>
        </p:nvGrpSpPr>
        <p:grpSpPr>
          <a:xfrm rot="0">
            <a:off x="1125296" y="6935503"/>
            <a:ext cx="1881491" cy="445936"/>
            <a:chOff x="0" y="0"/>
            <a:chExt cx="2508654" cy="594582"/>
          </a:xfrm>
        </p:grpSpPr>
        <p:grpSp>
          <p:nvGrpSpPr>
            <p:cNvPr name="Group 15" id="15"/>
            <p:cNvGrpSpPr/>
            <p:nvPr/>
          </p:nvGrpSpPr>
          <p:grpSpPr>
            <a:xfrm rot="0">
              <a:off x="0" y="0"/>
              <a:ext cx="2508654" cy="594582"/>
              <a:chOff x="0" y="0"/>
              <a:chExt cx="598386" cy="141825"/>
            </a:xfrm>
          </p:grpSpPr>
          <p:sp>
            <p:nvSpPr>
              <p:cNvPr name="Freeform 16" id="16"/>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17" id="17"/>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18" id="18"/>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grpSp>
        <p:nvGrpSpPr>
          <p:cNvPr name="Group 19" id="19"/>
          <p:cNvGrpSpPr/>
          <p:nvPr/>
        </p:nvGrpSpPr>
        <p:grpSpPr>
          <a:xfrm rot="0">
            <a:off x="4442460" y="6935503"/>
            <a:ext cx="1881491" cy="445936"/>
            <a:chOff x="0" y="0"/>
            <a:chExt cx="2508654" cy="594582"/>
          </a:xfrm>
        </p:grpSpPr>
        <p:grpSp>
          <p:nvGrpSpPr>
            <p:cNvPr name="Group 20" id="20"/>
            <p:cNvGrpSpPr/>
            <p:nvPr/>
          </p:nvGrpSpPr>
          <p:grpSpPr>
            <a:xfrm rot="0">
              <a:off x="0" y="0"/>
              <a:ext cx="2508654" cy="594582"/>
              <a:chOff x="0" y="0"/>
              <a:chExt cx="598386" cy="141825"/>
            </a:xfrm>
          </p:grpSpPr>
          <p:sp>
            <p:nvSpPr>
              <p:cNvPr name="Freeform 21" id="21"/>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E46671"/>
              </a:solidFill>
              <a:ln cap="rnd">
                <a:noFill/>
                <a:prstDash val="solid"/>
                <a:round/>
              </a:ln>
            </p:spPr>
          </p:sp>
          <p:sp>
            <p:nvSpPr>
              <p:cNvPr name="TextBox 22" id="22"/>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23" id="23"/>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24" id="24"/>
          <p:cNvSpPr/>
          <p:nvPr/>
        </p:nvSpPr>
        <p:spPr>
          <a:xfrm>
            <a:off x="1185111" y="3362935"/>
            <a:ext cx="1761860" cy="0"/>
          </a:xfrm>
          <a:prstGeom prst="line">
            <a:avLst/>
          </a:prstGeom>
          <a:ln cap="flat" w="47625">
            <a:solidFill>
              <a:srgbClr val="9366E4"/>
            </a:solidFill>
            <a:prstDash val="sysDot"/>
            <a:headEnd type="none" len="sm" w="sm"/>
            <a:tailEnd type="none" len="sm" w="sm"/>
          </a:ln>
        </p:spPr>
      </p:sp>
      <p:sp>
        <p:nvSpPr>
          <p:cNvPr name="AutoShape 25" id="25"/>
          <p:cNvSpPr/>
          <p:nvPr/>
        </p:nvSpPr>
        <p:spPr>
          <a:xfrm>
            <a:off x="4502275" y="3362935"/>
            <a:ext cx="1761860" cy="0"/>
          </a:xfrm>
          <a:prstGeom prst="line">
            <a:avLst/>
          </a:prstGeom>
          <a:ln cap="flat" w="47625">
            <a:solidFill>
              <a:srgbClr val="E46671"/>
            </a:solidFill>
            <a:prstDash val="sysDot"/>
            <a:headEnd type="none" len="sm" w="sm"/>
            <a:tailEnd type="none" len="sm" w="sm"/>
          </a:ln>
        </p:spPr>
      </p:sp>
      <p:sp>
        <p:nvSpPr>
          <p:cNvPr name="TextBox 26" id="26"/>
          <p:cNvSpPr txBox="true"/>
          <p:nvPr/>
        </p:nvSpPr>
        <p:spPr>
          <a:xfrm rot="0">
            <a:off x="3343876"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strike="noStrike" u="none">
                <a:solidFill>
                  <a:srgbClr val="FFFFFF"/>
                </a:solidFill>
                <a:latin typeface="Montserrat Ultra-Bold"/>
                <a:ea typeface="Montserrat Ultra-Bold"/>
                <a:cs typeface="Montserrat Ultra-Bold"/>
                <a:sym typeface="Montserrat Ultra-Bold"/>
              </a:rPr>
              <a:t>1</a:t>
            </a:r>
          </a:p>
        </p:txBody>
      </p:sp>
      <p:sp>
        <p:nvSpPr>
          <p:cNvPr name="TextBox 27" id="27"/>
          <p:cNvSpPr txBox="true"/>
          <p:nvPr/>
        </p:nvSpPr>
        <p:spPr>
          <a:xfrm rot="0">
            <a:off x="6689615"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2</a:t>
            </a:r>
          </a:p>
        </p:txBody>
      </p:sp>
      <p:sp>
        <p:nvSpPr>
          <p:cNvPr name="TextBox 28" id="28"/>
          <p:cNvSpPr txBox="true"/>
          <p:nvPr/>
        </p:nvSpPr>
        <p:spPr>
          <a:xfrm rot="0">
            <a:off x="1037341"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29" id="29"/>
          <p:cNvSpPr txBox="true"/>
          <p:nvPr/>
        </p:nvSpPr>
        <p:spPr>
          <a:xfrm rot="0">
            <a:off x="4354505"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30" id="30"/>
          <p:cNvSpPr txBox="true"/>
          <p:nvPr/>
        </p:nvSpPr>
        <p:spPr>
          <a:xfrm rot="0">
            <a:off x="1324639"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31" id="31"/>
          <p:cNvSpPr txBox="true"/>
          <p:nvPr/>
        </p:nvSpPr>
        <p:spPr>
          <a:xfrm rot="0">
            <a:off x="4641803"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32" id="32"/>
          <p:cNvSpPr txBox="true"/>
          <p:nvPr/>
        </p:nvSpPr>
        <p:spPr>
          <a:xfrm rot="0">
            <a:off x="984955"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33" id="33"/>
          <p:cNvSpPr txBox="true"/>
          <p:nvPr/>
        </p:nvSpPr>
        <p:spPr>
          <a:xfrm rot="0">
            <a:off x="4302119"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34" id="34"/>
          <p:cNvGrpSpPr/>
          <p:nvPr/>
        </p:nvGrpSpPr>
        <p:grpSpPr>
          <a:xfrm rot="0">
            <a:off x="9425385" y="4078521"/>
            <a:ext cx="1114289" cy="2715473"/>
            <a:chOff x="0" y="0"/>
            <a:chExt cx="571682" cy="1393164"/>
          </a:xfrm>
        </p:grpSpPr>
        <p:sp>
          <p:nvSpPr>
            <p:cNvPr name="Freeform 35" id="35"/>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DDA707"/>
            </a:solidFill>
          </p:spPr>
        </p:sp>
        <p:sp>
          <p:nvSpPr>
            <p:cNvPr name="TextBox 36" id="36"/>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37" id="37"/>
          <p:cNvGrpSpPr/>
          <p:nvPr/>
        </p:nvGrpSpPr>
        <p:grpSpPr>
          <a:xfrm rot="0">
            <a:off x="7422535" y="2239163"/>
            <a:ext cx="2555669" cy="7456534"/>
            <a:chOff x="0" y="0"/>
            <a:chExt cx="812800" cy="2371461"/>
          </a:xfrm>
        </p:grpSpPr>
        <p:sp>
          <p:nvSpPr>
            <p:cNvPr name="Freeform 38" id="38"/>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FFE8A3"/>
            </a:solidFill>
            <a:ln cap="rnd">
              <a:noFill/>
              <a:prstDash val="solid"/>
              <a:round/>
            </a:ln>
          </p:spPr>
        </p:sp>
        <p:sp>
          <p:nvSpPr>
            <p:cNvPr name="TextBox 39" id="39"/>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40" id="40"/>
          <p:cNvGrpSpPr/>
          <p:nvPr/>
        </p:nvGrpSpPr>
        <p:grpSpPr>
          <a:xfrm rot="0">
            <a:off x="7759624" y="6935503"/>
            <a:ext cx="1881491" cy="445936"/>
            <a:chOff x="0" y="0"/>
            <a:chExt cx="2508654" cy="594582"/>
          </a:xfrm>
        </p:grpSpPr>
        <p:grpSp>
          <p:nvGrpSpPr>
            <p:cNvPr name="Group 41" id="41"/>
            <p:cNvGrpSpPr/>
            <p:nvPr/>
          </p:nvGrpSpPr>
          <p:grpSpPr>
            <a:xfrm rot="0">
              <a:off x="0" y="0"/>
              <a:ext cx="2508654" cy="594582"/>
              <a:chOff x="0" y="0"/>
              <a:chExt cx="598386" cy="141825"/>
            </a:xfrm>
          </p:grpSpPr>
          <p:sp>
            <p:nvSpPr>
              <p:cNvPr name="Freeform 42" id="42"/>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DDA707"/>
              </a:solidFill>
              <a:ln cap="rnd">
                <a:noFill/>
                <a:prstDash val="solid"/>
                <a:round/>
              </a:ln>
            </p:spPr>
          </p:sp>
          <p:sp>
            <p:nvSpPr>
              <p:cNvPr name="TextBox 43" id="43"/>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44" id="44"/>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45" id="45"/>
          <p:cNvSpPr/>
          <p:nvPr/>
        </p:nvSpPr>
        <p:spPr>
          <a:xfrm>
            <a:off x="7819440" y="3362935"/>
            <a:ext cx="1761860" cy="0"/>
          </a:xfrm>
          <a:prstGeom prst="line">
            <a:avLst/>
          </a:prstGeom>
          <a:ln cap="flat" w="47625">
            <a:solidFill>
              <a:srgbClr val="DDA707"/>
            </a:solidFill>
            <a:prstDash val="sysDot"/>
            <a:headEnd type="none" len="sm" w="sm"/>
            <a:tailEnd type="none" len="sm" w="sm"/>
          </a:ln>
        </p:spPr>
      </p:sp>
      <p:sp>
        <p:nvSpPr>
          <p:cNvPr name="TextBox 46" id="46"/>
          <p:cNvSpPr txBox="true"/>
          <p:nvPr/>
        </p:nvSpPr>
        <p:spPr>
          <a:xfrm rot="0">
            <a:off x="10041982"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3</a:t>
            </a:r>
          </a:p>
        </p:txBody>
      </p:sp>
      <p:sp>
        <p:nvSpPr>
          <p:cNvPr name="TextBox 47" id="47"/>
          <p:cNvSpPr txBox="true"/>
          <p:nvPr/>
        </p:nvSpPr>
        <p:spPr>
          <a:xfrm rot="0">
            <a:off x="7671670"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48" id="48"/>
          <p:cNvSpPr txBox="true"/>
          <p:nvPr/>
        </p:nvSpPr>
        <p:spPr>
          <a:xfrm rot="0">
            <a:off x="7958968"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49" id="49"/>
          <p:cNvSpPr txBox="true"/>
          <p:nvPr/>
        </p:nvSpPr>
        <p:spPr>
          <a:xfrm rot="0">
            <a:off x="7619283"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50" id="50"/>
          <p:cNvGrpSpPr/>
          <p:nvPr/>
        </p:nvGrpSpPr>
        <p:grpSpPr>
          <a:xfrm rot="0">
            <a:off x="12742550" y="4078521"/>
            <a:ext cx="1114289" cy="2715473"/>
            <a:chOff x="0" y="0"/>
            <a:chExt cx="571682" cy="1393164"/>
          </a:xfrm>
        </p:grpSpPr>
        <p:sp>
          <p:nvSpPr>
            <p:cNvPr name="Freeform 51" id="51"/>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38AEB6"/>
            </a:solidFill>
          </p:spPr>
        </p:sp>
        <p:sp>
          <p:nvSpPr>
            <p:cNvPr name="TextBox 52" id="52"/>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53" id="53"/>
          <p:cNvGrpSpPr/>
          <p:nvPr/>
        </p:nvGrpSpPr>
        <p:grpSpPr>
          <a:xfrm rot="0">
            <a:off x="10739699" y="2239163"/>
            <a:ext cx="2555669" cy="7456534"/>
            <a:chOff x="0" y="0"/>
            <a:chExt cx="812800" cy="2371461"/>
          </a:xfrm>
        </p:grpSpPr>
        <p:sp>
          <p:nvSpPr>
            <p:cNvPr name="Freeform 54" id="54"/>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B5EBEF"/>
            </a:solidFill>
            <a:ln cap="rnd">
              <a:noFill/>
              <a:prstDash val="solid"/>
              <a:round/>
            </a:ln>
          </p:spPr>
        </p:sp>
        <p:sp>
          <p:nvSpPr>
            <p:cNvPr name="TextBox 55" id="55"/>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56" id="56"/>
          <p:cNvGrpSpPr/>
          <p:nvPr/>
        </p:nvGrpSpPr>
        <p:grpSpPr>
          <a:xfrm rot="0">
            <a:off x="11076789" y="6935503"/>
            <a:ext cx="1881491" cy="445936"/>
            <a:chOff x="0" y="0"/>
            <a:chExt cx="2508654" cy="594582"/>
          </a:xfrm>
        </p:grpSpPr>
        <p:grpSp>
          <p:nvGrpSpPr>
            <p:cNvPr name="Group 57" id="57"/>
            <p:cNvGrpSpPr/>
            <p:nvPr/>
          </p:nvGrpSpPr>
          <p:grpSpPr>
            <a:xfrm rot="0">
              <a:off x="0" y="0"/>
              <a:ext cx="2508654" cy="594582"/>
              <a:chOff x="0" y="0"/>
              <a:chExt cx="598386" cy="141825"/>
            </a:xfrm>
          </p:grpSpPr>
          <p:sp>
            <p:nvSpPr>
              <p:cNvPr name="Freeform 58" id="58"/>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38AEB6"/>
              </a:solidFill>
              <a:ln cap="rnd">
                <a:noFill/>
                <a:prstDash val="solid"/>
                <a:round/>
              </a:ln>
            </p:spPr>
          </p:sp>
          <p:sp>
            <p:nvSpPr>
              <p:cNvPr name="TextBox 59" id="59"/>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60" id="60"/>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61" id="61"/>
          <p:cNvSpPr/>
          <p:nvPr/>
        </p:nvSpPr>
        <p:spPr>
          <a:xfrm>
            <a:off x="11136604" y="3362935"/>
            <a:ext cx="1761860" cy="0"/>
          </a:xfrm>
          <a:prstGeom prst="line">
            <a:avLst/>
          </a:prstGeom>
          <a:ln cap="flat" w="47625">
            <a:solidFill>
              <a:srgbClr val="38AEB6"/>
            </a:solidFill>
            <a:prstDash val="sysDot"/>
            <a:headEnd type="none" len="sm" w="sm"/>
            <a:tailEnd type="none" len="sm" w="sm"/>
          </a:ln>
        </p:spPr>
      </p:sp>
      <p:sp>
        <p:nvSpPr>
          <p:cNvPr name="TextBox 62" id="62"/>
          <p:cNvSpPr txBox="true"/>
          <p:nvPr/>
        </p:nvSpPr>
        <p:spPr>
          <a:xfrm rot="0">
            <a:off x="13368671"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4</a:t>
            </a:r>
          </a:p>
        </p:txBody>
      </p:sp>
      <p:sp>
        <p:nvSpPr>
          <p:cNvPr name="TextBox 63" id="63"/>
          <p:cNvSpPr txBox="true"/>
          <p:nvPr/>
        </p:nvSpPr>
        <p:spPr>
          <a:xfrm rot="0">
            <a:off x="10988834"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64" id="64"/>
          <p:cNvSpPr txBox="true"/>
          <p:nvPr/>
        </p:nvSpPr>
        <p:spPr>
          <a:xfrm rot="0">
            <a:off x="11136604" y="2556149"/>
            <a:ext cx="1761860"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Professional idea</a:t>
            </a:r>
          </a:p>
        </p:txBody>
      </p:sp>
      <p:sp>
        <p:nvSpPr>
          <p:cNvPr name="TextBox 65" id="65"/>
          <p:cNvSpPr txBox="true"/>
          <p:nvPr/>
        </p:nvSpPr>
        <p:spPr>
          <a:xfrm rot="0">
            <a:off x="10936448"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grpSp>
        <p:nvGrpSpPr>
          <p:cNvPr name="Group 66" id="66"/>
          <p:cNvGrpSpPr/>
          <p:nvPr/>
        </p:nvGrpSpPr>
        <p:grpSpPr>
          <a:xfrm rot="0">
            <a:off x="16059714" y="4078521"/>
            <a:ext cx="1114289" cy="2715473"/>
            <a:chOff x="0" y="0"/>
            <a:chExt cx="571682" cy="1393164"/>
          </a:xfrm>
        </p:grpSpPr>
        <p:sp>
          <p:nvSpPr>
            <p:cNvPr name="Freeform 67" id="67"/>
            <p:cNvSpPr/>
            <p:nvPr/>
          </p:nvSpPr>
          <p:spPr>
            <a:xfrm flipH="false" flipV="false" rot="0">
              <a:off x="20846" y="0"/>
              <a:ext cx="538924" cy="1393164"/>
            </a:xfrm>
            <a:custGeom>
              <a:avLst/>
              <a:gdLst/>
              <a:ahLst/>
              <a:cxnLst/>
              <a:rect r="r" b="b" t="t" l="l"/>
              <a:pathLst>
                <a:path h="1393164" w="538924">
                  <a:moveTo>
                    <a:pt x="62528" y="0"/>
                  </a:moveTo>
                  <a:lnTo>
                    <a:pt x="264262" y="0"/>
                  </a:lnTo>
                  <a:cubicBezTo>
                    <a:pt x="313669" y="0"/>
                    <a:pt x="357148" y="32608"/>
                    <a:pt x="370984" y="80038"/>
                  </a:cubicBezTo>
                  <a:lnTo>
                    <a:pt x="527488" y="616544"/>
                  </a:lnTo>
                  <a:cubicBezTo>
                    <a:pt x="542736" y="668813"/>
                    <a:pt x="542736" y="724351"/>
                    <a:pt x="527488" y="776620"/>
                  </a:cubicBezTo>
                  <a:lnTo>
                    <a:pt x="370984" y="1313126"/>
                  </a:lnTo>
                  <a:cubicBezTo>
                    <a:pt x="357148" y="1360556"/>
                    <a:pt x="313669" y="1393164"/>
                    <a:pt x="264262" y="1393164"/>
                  </a:cubicBezTo>
                  <a:lnTo>
                    <a:pt x="62528" y="1393164"/>
                  </a:lnTo>
                  <a:cubicBezTo>
                    <a:pt x="42847" y="1393164"/>
                    <a:pt x="24314" y="1383898"/>
                    <a:pt x="12505" y="1368152"/>
                  </a:cubicBezTo>
                  <a:cubicBezTo>
                    <a:pt x="696" y="1352406"/>
                    <a:pt x="-3010" y="1332020"/>
                    <a:pt x="2502" y="1313126"/>
                  </a:cubicBezTo>
                  <a:lnTo>
                    <a:pt x="159006" y="776620"/>
                  </a:lnTo>
                  <a:cubicBezTo>
                    <a:pt x="174254" y="724351"/>
                    <a:pt x="174254" y="668813"/>
                    <a:pt x="159006" y="616544"/>
                  </a:cubicBezTo>
                  <a:lnTo>
                    <a:pt x="2502" y="80038"/>
                  </a:lnTo>
                  <a:cubicBezTo>
                    <a:pt x="-3010" y="61144"/>
                    <a:pt x="696" y="40758"/>
                    <a:pt x="12505" y="25012"/>
                  </a:cubicBezTo>
                  <a:cubicBezTo>
                    <a:pt x="24314" y="9267"/>
                    <a:pt x="42847" y="0"/>
                    <a:pt x="62528" y="0"/>
                  </a:cubicBezTo>
                  <a:close/>
                </a:path>
              </a:pathLst>
            </a:custGeom>
            <a:solidFill>
              <a:srgbClr val="9366E4"/>
            </a:solidFill>
          </p:spPr>
        </p:sp>
        <p:sp>
          <p:nvSpPr>
            <p:cNvPr name="TextBox 68" id="68"/>
            <p:cNvSpPr txBox="true"/>
            <p:nvPr/>
          </p:nvSpPr>
          <p:spPr>
            <a:xfrm>
              <a:off x="177800" y="-38100"/>
              <a:ext cx="317682" cy="1431264"/>
            </a:xfrm>
            <a:prstGeom prst="rect">
              <a:avLst/>
            </a:prstGeom>
          </p:spPr>
          <p:txBody>
            <a:bodyPr anchor="ctr" rtlCol="false" tIns="50800" lIns="50800" bIns="50800" rIns="50800"/>
            <a:lstStyle/>
            <a:p>
              <a:pPr algn="ctr">
                <a:lnSpc>
                  <a:spcPts val="3079"/>
                </a:lnSpc>
              </a:pPr>
            </a:p>
          </p:txBody>
        </p:sp>
      </p:grpSp>
      <p:grpSp>
        <p:nvGrpSpPr>
          <p:cNvPr name="Group 69" id="69"/>
          <p:cNvGrpSpPr/>
          <p:nvPr/>
        </p:nvGrpSpPr>
        <p:grpSpPr>
          <a:xfrm rot="0">
            <a:off x="14056864" y="2239163"/>
            <a:ext cx="2555669" cy="7456534"/>
            <a:chOff x="0" y="0"/>
            <a:chExt cx="812800" cy="2371461"/>
          </a:xfrm>
        </p:grpSpPr>
        <p:sp>
          <p:nvSpPr>
            <p:cNvPr name="Freeform 70" id="70"/>
            <p:cNvSpPr/>
            <p:nvPr/>
          </p:nvSpPr>
          <p:spPr>
            <a:xfrm flipH="false" flipV="false" rot="0">
              <a:off x="0" y="0"/>
              <a:ext cx="812800" cy="2371461"/>
            </a:xfrm>
            <a:custGeom>
              <a:avLst/>
              <a:gdLst/>
              <a:ahLst/>
              <a:cxnLst/>
              <a:rect r="r" b="b" t="t" l="l"/>
              <a:pathLst>
                <a:path h="2371461" w="812800">
                  <a:moveTo>
                    <a:pt x="118143" y="0"/>
                  </a:moveTo>
                  <a:lnTo>
                    <a:pt x="694657" y="0"/>
                  </a:lnTo>
                  <a:cubicBezTo>
                    <a:pt x="725990" y="0"/>
                    <a:pt x="756041" y="12447"/>
                    <a:pt x="778197" y="34603"/>
                  </a:cubicBezTo>
                  <a:cubicBezTo>
                    <a:pt x="800353" y="56759"/>
                    <a:pt x="812800" y="86810"/>
                    <a:pt x="812800" y="118143"/>
                  </a:cubicBezTo>
                  <a:lnTo>
                    <a:pt x="812800" y="2253318"/>
                  </a:lnTo>
                  <a:cubicBezTo>
                    <a:pt x="812800" y="2284652"/>
                    <a:pt x="800353" y="2314702"/>
                    <a:pt x="778197" y="2336858"/>
                  </a:cubicBezTo>
                  <a:cubicBezTo>
                    <a:pt x="756041" y="2359014"/>
                    <a:pt x="725990" y="2371461"/>
                    <a:pt x="694657" y="2371461"/>
                  </a:cubicBezTo>
                  <a:lnTo>
                    <a:pt x="118143" y="2371461"/>
                  </a:lnTo>
                  <a:cubicBezTo>
                    <a:pt x="86810" y="2371461"/>
                    <a:pt x="56759" y="2359014"/>
                    <a:pt x="34603" y="2336858"/>
                  </a:cubicBezTo>
                  <a:cubicBezTo>
                    <a:pt x="12447" y="2314702"/>
                    <a:pt x="0" y="2284652"/>
                    <a:pt x="0" y="2253318"/>
                  </a:cubicBezTo>
                  <a:lnTo>
                    <a:pt x="0" y="118143"/>
                  </a:lnTo>
                  <a:cubicBezTo>
                    <a:pt x="0" y="86810"/>
                    <a:pt x="12447" y="56759"/>
                    <a:pt x="34603" y="34603"/>
                  </a:cubicBezTo>
                  <a:cubicBezTo>
                    <a:pt x="56759" y="12447"/>
                    <a:pt x="86810" y="0"/>
                    <a:pt x="118143" y="0"/>
                  </a:cubicBezTo>
                  <a:close/>
                </a:path>
              </a:pathLst>
            </a:custGeom>
            <a:solidFill>
              <a:srgbClr val="EAE0FF"/>
            </a:solidFill>
            <a:ln cap="rnd">
              <a:noFill/>
              <a:prstDash val="solid"/>
              <a:round/>
            </a:ln>
          </p:spPr>
        </p:sp>
        <p:sp>
          <p:nvSpPr>
            <p:cNvPr name="TextBox 71" id="71"/>
            <p:cNvSpPr txBox="true"/>
            <p:nvPr/>
          </p:nvSpPr>
          <p:spPr>
            <a:xfrm>
              <a:off x="0" y="-38100"/>
              <a:ext cx="812800" cy="2409561"/>
            </a:xfrm>
            <a:prstGeom prst="rect">
              <a:avLst/>
            </a:prstGeom>
          </p:spPr>
          <p:txBody>
            <a:bodyPr anchor="ctr" rtlCol="false" tIns="71438" lIns="71438" bIns="71438" rIns="71438"/>
            <a:lstStyle/>
            <a:p>
              <a:pPr algn="ctr" marL="0" indent="0" lvl="0">
                <a:lnSpc>
                  <a:spcPts val="2756"/>
                </a:lnSpc>
                <a:spcBef>
                  <a:spcPct val="0"/>
                </a:spcBef>
              </a:pPr>
            </a:p>
          </p:txBody>
        </p:sp>
      </p:grpSp>
      <p:grpSp>
        <p:nvGrpSpPr>
          <p:cNvPr name="Group 72" id="72"/>
          <p:cNvGrpSpPr/>
          <p:nvPr/>
        </p:nvGrpSpPr>
        <p:grpSpPr>
          <a:xfrm rot="0">
            <a:off x="14393953" y="6935503"/>
            <a:ext cx="1881491" cy="445936"/>
            <a:chOff x="0" y="0"/>
            <a:chExt cx="2508654" cy="594582"/>
          </a:xfrm>
        </p:grpSpPr>
        <p:grpSp>
          <p:nvGrpSpPr>
            <p:cNvPr name="Group 73" id="73"/>
            <p:cNvGrpSpPr/>
            <p:nvPr/>
          </p:nvGrpSpPr>
          <p:grpSpPr>
            <a:xfrm rot="0">
              <a:off x="0" y="0"/>
              <a:ext cx="2508654" cy="594582"/>
              <a:chOff x="0" y="0"/>
              <a:chExt cx="598386" cy="141825"/>
            </a:xfrm>
          </p:grpSpPr>
          <p:sp>
            <p:nvSpPr>
              <p:cNvPr name="Freeform 74" id="74"/>
              <p:cNvSpPr/>
              <p:nvPr/>
            </p:nvSpPr>
            <p:spPr>
              <a:xfrm flipH="false" flipV="false" rot="0">
                <a:off x="0" y="0"/>
                <a:ext cx="598386" cy="141825"/>
              </a:xfrm>
              <a:custGeom>
                <a:avLst/>
                <a:gdLst/>
                <a:ahLst/>
                <a:cxnLst/>
                <a:rect r="r" b="b" t="t" l="l"/>
                <a:pathLst>
                  <a:path h="141825" w="598386">
                    <a:moveTo>
                      <a:pt x="70912" y="0"/>
                    </a:moveTo>
                    <a:lnTo>
                      <a:pt x="527473" y="0"/>
                    </a:lnTo>
                    <a:cubicBezTo>
                      <a:pt x="546280" y="0"/>
                      <a:pt x="564317" y="7471"/>
                      <a:pt x="577616" y="20770"/>
                    </a:cubicBezTo>
                    <a:cubicBezTo>
                      <a:pt x="590914" y="34068"/>
                      <a:pt x="598386" y="52105"/>
                      <a:pt x="598386" y="70912"/>
                    </a:cubicBezTo>
                    <a:lnTo>
                      <a:pt x="598386" y="70912"/>
                    </a:lnTo>
                    <a:cubicBezTo>
                      <a:pt x="598386" y="89719"/>
                      <a:pt x="590914" y="107756"/>
                      <a:pt x="577616" y="121055"/>
                    </a:cubicBezTo>
                    <a:cubicBezTo>
                      <a:pt x="564317" y="134354"/>
                      <a:pt x="546280" y="141825"/>
                      <a:pt x="527473" y="141825"/>
                    </a:cubicBezTo>
                    <a:lnTo>
                      <a:pt x="70912" y="141825"/>
                    </a:lnTo>
                    <a:cubicBezTo>
                      <a:pt x="52105" y="141825"/>
                      <a:pt x="34068" y="134354"/>
                      <a:pt x="20770" y="121055"/>
                    </a:cubicBezTo>
                    <a:cubicBezTo>
                      <a:pt x="7471" y="107756"/>
                      <a:pt x="0" y="89719"/>
                      <a:pt x="0" y="70912"/>
                    </a:cubicBezTo>
                    <a:lnTo>
                      <a:pt x="0" y="70912"/>
                    </a:lnTo>
                    <a:cubicBezTo>
                      <a:pt x="0" y="52105"/>
                      <a:pt x="7471" y="34068"/>
                      <a:pt x="20770" y="20770"/>
                    </a:cubicBezTo>
                    <a:cubicBezTo>
                      <a:pt x="34068" y="7471"/>
                      <a:pt x="52105" y="0"/>
                      <a:pt x="70912" y="0"/>
                    </a:cubicBezTo>
                    <a:close/>
                  </a:path>
                </a:pathLst>
              </a:custGeom>
              <a:solidFill>
                <a:srgbClr val="9366E4"/>
              </a:solidFill>
              <a:ln cap="rnd">
                <a:noFill/>
                <a:prstDash val="solid"/>
                <a:round/>
              </a:ln>
            </p:spPr>
          </p:sp>
          <p:sp>
            <p:nvSpPr>
              <p:cNvPr name="TextBox 75" id="75"/>
              <p:cNvSpPr txBox="true"/>
              <p:nvPr/>
            </p:nvSpPr>
            <p:spPr>
              <a:xfrm>
                <a:off x="0" y="-47625"/>
                <a:ext cx="598386" cy="189450"/>
              </a:xfrm>
              <a:prstGeom prst="rect">
                <a:avLst/>
              </a:prstGeom>
            </p:spPr>
            <p:txBody>
              <a:bodyPr anchor="ctr" rtlCol="false" tIns="71438" lIns="71438" bIns="71438" rIns="71438"/>
              <a:lstStyle/>
              <a:p>
                <a:pPr algn="ctr" marL="0" indent="0" lvl="0">
                  <a:lnSpc>
                    <a:spcPts val="3543"/>
                  </a:lnSpc>
                  <a:spcBef>
                    <a:spcPct val="0"/>
                  </a:spcBef>
                </a:pPr>
              </a:p>
            </p:txBody>
          </p:sp>
        </p:grpSp>
        <p:sp>
          <p:nvSpPr>
            <p:cNvPr name="TextBox 76" id="76"/>
            <p:cNvSpPr txBox="true"/>
            <p:nvPr/>
          </p:nvSpPr>
          <p:spPr>
            <a:xfrm rot="0">
              <a:off x="251746" y="100441"/>
              <a:ext cx="2005161" cy="365124"/>
            </a:xfrm>
            <a:prstGeom prst="rect">
              <a:avLst/>
            </a:prstGeom>
          </p:spPr>
          <p:txBody>
            <a:bodyPr anchor="t" rtlCol="false" tIns="0" lIns="0" bIns="0" rIns="0">
              <a:spAutoFit/>
            </a:bodyPr>
            <a:lstStyle/>
            <a:p>
              <a:pPr algn="ctr" marL="0" indent="0" lvl="0">
                <a:lnSpc>
                  <a:spcPts val="2362"/>
                </a:lnSpc>
              </a:pPr>
              <a:r>
                <a:rPr lang="en-US" b="true" sz="1687">
                  <a:solidFill>
                    <a:srgbClr val="FFFFFF"/>
                  </a:solidFill>
                  <a:latin typeface="Montserrat Bold"/>
                  <a:ea typeface="Montserrat Bold"/>
                  <a:cs typeface="Montserrat Bold"/>
                  <a:sym typeface="Montserrat Bold"/>
                </a:rPr>
                <a:t>Resources:</a:t>
              </a:r>
            </a:p>
          </p:txBody>
        </p:sp>
      </p:grpSp>
      <p:sp>
        <p:nvSpPr>
          <p:cNvPr name="AutoShape 77" id="77"/>
          <p:cNvSpPr/>
          <p:nvPr/>
        </p:nvSpPr>
        <p:spPr>
          <a:xfrm>
            <a:off x="14453768" y="3362935"/>
            <a:ext cx="1761860" cy="0"/>
          </a:xfrm>
          <a:prstGeom prst="line">
            <a:avLst/>
          </a:prstGeom>
          <a:ln cap="flat" w="47625">
            <a:solidFill>
              <a:srgbClr val="9366E4"/>
            </a:solidFill>
            <a:prstDash val="sysDot"/>
            <a:headEnd type="none" len="sm" w="sm"/>
            <a:tailEnd type="none" len="sm" w="sm"/>
          </a:ln>
        </p:spPr>
      </p:sp>
      <p:sp>
        <p:nvSpPr>
          <p:cNvPr name="TextBox 78" id="78"/>
          <p:cNvSpPr txBox="true"/>
          <p:nvPr/>
        </p:nvSpPr>
        <p:spPr>
          <a:xfrm rot="0">
            <a:off x="16650633" y="5067964"/>
            <a:ext cx="384805" cy="669925"/>
          </a:xfrm>
          <a:prstGeom prst="rect">
            <a:avLst/>
          </a:prstGeom>
        </p:spPr>
        <p:txBody>
          <a:bodyPr anchor="t" rtlCol="false" tIns="0" lIns="0" bIns="0" rIns="0">
            <a:spAutoFit/>
          </a:bodyPr>
          <a:lstStyle/>
          <a:p>
            <a:pPr algn="ctr" marL="0" indent="0" lvl="1">
              <a:lnSpc>
                <a:spcPts val="5599"/>
              </a:lnSpc>
              <a:spcBef>
                <a:spcPct val="0"/>
              </a:spcBef>
            </a:pPr>
            <a:r>
              <a:rPr lang="en-US" b="true" sz="3999" spc="167">
                <a:solidFill>
                  <a:srgbClr val="FFFFFF"/>
                </a:solidFill>
                <a:latin typeface="Montserrat Ultra-Bold"/>
                <a:ea typeface="Montserrat Ultra-Bold"/>
                <a:cs typeface="Montserrat Ultra-Bold"/>
                <a:sym typeface="Montserrat Ultra-Bold"/>
              </a:rPr>
              <a:t>5</a:t>
            </a:r>
          </a:p>
        </p:txBody>
      </p:sp>
      <p:sp>
        <p:nvSpPr>
          <p:cNvPr name="TextBox 79" id="79"/>
          <p:cNvSpPr txBox="true"/>
          <p:nvPr/>
        </p:nvSpPr>
        <p:spPr>
          <a:xfrm rot="0">
            <a:off x="14305998" y="3672498"/>
            <a:ext cx="2057400" cy="2813685"/>
          </a:xfrm>
          <a:prstGeom prst="rect">
            <a:avLst/>
          </a:prstGeom>
        </p:spPr>
        <p:txBody>
          <a:bodyPr anchor="t" rtlCol="false" tIns="0" lIns="0" bIns="0" rIns="0">
            <a:spAutoFit/>
          </a:bodyPr>
          <a:lstStyle/>
          <a:p>
            <a:pPr algn="ctr" marL="0" indent="0" lvl="0">
              <a:lnSpc>
                <a:spcPts val="2099"/>
              </a:lnSpc>
              <a:spcBef>
                <a:spcPct val="0"/>
              </a:spcBef>
            </a:pPr>
            <a:r>
              <a:rPr lang="en-US" sz="1399" strike="noStrike" u="none">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a:t>
            </a:r>
          </a:p>
        </p:txBody>
      </p:sp>
      <p:sp>
        <p:nvSpPr>
          <p:cNvPr name="TextBox 80" id="80"/>
          <p:cNvSpPr txBox="true"/>
          <p:nvPr/>
        </p:nvSpPr>
        <p:spPr>
          <a:xfrm rot="0">
            <a:off x="14593296" y="2556149"/>
            <a:ext cx="1482804" cy="609092"/>
          </a:xfrm>
          <a:prstGeom prst="rect">
            <a:avLst/>
          </a:prstGeom>
        </p:spPr>
        <p:txBody>
          <a:bodyPr anchor="t" rtlCol="false" tIns="0" lIns="0" bIns="0" rIns="0">
            <a:spAutoFit/>
          </a:bodyPr>
          <a:lstStyle/>
          <a:p>
            <a:pPr algn="ctr" marL="0" indent="0" lvl="0">
              <a:lnSpc>
                <a:spcPts val="2448"/>
              </a:lnSpc>
            </a:pPr>
            <a:r>
              <a:rPr lang="en-US" b="true" sz="1974">
                <a:solidFill>
                  <a:srgbClr val="1C1C1A"/>
                </a:solidFill>
                <a:latin typeface="Montserrat Ultra-Bold"/>
                <a:ea typeface="Montserrat Ultra-Bold"/>
                <a:cs typeface="Montserrat Ultra-Bold"/>
                <a:sym typeface="Montserrat Ultra-Bold"/>
              </a:rPr>
              <a:t>Creative idea</a:t>
            </a:r>
          </a:p>
        </p:txBody>
      </p:sp>
      <p:sp>
        <p:nvSpPr>
          <p:cNvPr name="TextBox 81" id="81"/>
          <p:cNvSpPr txBox="true"/>
          <p:nvPr/>
        </p:nvSpPr>
        <p:spPr>
          <a:xfrm rot="0">
            <a:off x="14253612" y="7574668"/>
            <a:ext cx="2162173" cy="1527810"/>
          </a:xfrm>
          <a:prstGeom prst="rect">
            <a:avLst/>
          </a:prstGeom>
        </p:spPr>
        <p:txBody>
          <a:bodyPr anchor="t" rtlCol="false" tIns="0" lIns="0" bIns="0" rIns="0">
            <a:spAutoFit/>
          </a:bodyPr>
          <a:lstStyle/>
          <a:p>
            <a:pPr algn="ctr"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2" id="82"/>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1933225" y="5199376"/>
            <a:ext cx="5167312" cy="1201049"/>
            <a:chOff x="0" y="0"/>
            <a:chExt cx="812800" cy="188921"/>
          </a:xfrm>
        </p:grpSpPr>
        <p:sp>
          <p:nvSpPr>
            <p:cNvPr name="Freeform 3" id="3"/>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4" id="4"/>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5" id="5"/>
          <p:cNvGrpSpPr/>
          <p:nvPr/>
        </p:nvGrpSpPr>
        <p:grpSpPr>
          <a:xfrm rot="0">
            <a:off x="2796168" y="4796766"/>
            <a:ext cx="5700075" cy="2006269"/>
            <a:chOff x="0" y="0"/>
            <a:chExt cx="1731954" cy="609600"/>
          </a:xfrm>
        </p:grpSpPr>
        <p:sp>
          <p:nvSpPr>
            <p:cNvPr name="Freeform 6" id="6"/>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7" id="7"/>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8" id="8"/>
          <p:cNvSpPr txBox="true"/>
          <p:nvPr/>
        </p:nvSpPr>
        <p:spPr>
          <a:xfrm rot="0">
            <a:off x="2042244"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02</a:t>
            </a:r>
          </a:p>
        </p:txBody>
      </p:sp>
      <p:grpSp>
        <p:nvGrpSpPr>
          <p:cNvPr name="Group 9" id="9"/>
          <p:cNvGrpSpPr/>
          <p:nvPr/>
        </p:nvGrpSpPr>
        <p:grpSpPr>
          <a:xfrm rot="0">
            <a:off x="9871371" y="5199376"/>
            <a:ext cx="5167312" cy="1201049"/>
            <a:chOff x="0" y="0"/>
            <a:chExt cx="812800" cy="188921"/>
          </a:xfrm>
        </p:grpSpPr>
        <p:sp>
          <p:nvSpPr>
            <p:cNvPr name="Freeform 10" id="10"/>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11" id="11"/>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2" id="12"/>
          <p:cNvGrpSpPr/>
          <p:nvPr/>
        </p:nvGrpSpPr>
        <p:grpSpPr>
          <a:xfrm rot="0">
            <a:off x="10654700" y="4796766"/>
            <a:ext cx="5700075" cy="2006269"/>
            <a:chOff x="0" y="0"/>
            <a:chExt cx="1731954" cy="609600"/>
          </a:xfrm>
        </p:grpSpPr>
        <p:sp>
          <p:nvSpPr>
            <p:cNvPr name="Freeform 13" id="13"/>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14" id="14"/>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15" id="15"/>
          <p:cNvSpPr txBox="true"/>
          <p:nvPr/>
        </p:nvSpPr>
        <p:spPr>
          <a:xfrm rot="0">
            <a:off x="9993568" y="5433015"/>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05</a:t>
            </a:r>
          </a:p>
        </p:txBody>
      </p:sp>
      <p:grpSp>
        <p:nvGrpSpPr>
          <p:cNvPr name="Group 16" id="16"/>
          <p:cNvGrpSpPr/>
          <p:nvPr/>
        </p:nvGrpSpPr>
        <p:grpSpPr>
          <a:xfrm rot="0">
            <a:off x="9871371" y="7654641"/>
            <a:ext cx="5167312" cy="1201049"/>
            <a:chOff x="0" y="0"/>
            <a:chExt cx="812800" cy="188921"/>
          </a:xfrm>
        </p:grpSpPr>
        <p:sp>
          <p:nvSpPr>
            <p:cNvPr name="Freeform 17" id="17"/>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E46671"/>
            </a:solidFill>
          </p:spPr>
        </p:sp>
        <p:sp>
          <p:nvSpPr>
            <p:cNvPr name="TextBox 18" id="18"/>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19" id="19"/>
          <p:cNvGrpSpPr/>
          <p:nvPr/>
        </p:nvGrpSpPr>
        <p:grpSpPr>
          <a:xfrm rot="0">
            <a:off x="10654700" y="7252031"/>
            <a:ext cx="5700075" cy="2006269"/>
            <a:chOff x="0" y="0"/>
            <a:chExt cx="1731954" cy="609600"/>
          </a:xfrm>
        </p:grpSpPr>
        <p:sp>
          <p:nvSpPr>
            <p:cNvPr name="Freeform 20" id="20"/>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FFBEC4"/>
            </a:solidFill>
            <a:ln cap="rnd">
              <a:noFill/>
              <a:prstDash val="solid"/>
              <a:round/>
            </a:ln>
          </p:spPr>
        </p:sp>
        <p:sp>
          <p:nvSpPr>
            <p:cNvPr name="TextBox 21" id="21"/>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9993568"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06</a:t>
            </a:r>
          </a:p>
        </p:txBody>
      </p:sp>
      <p:grpSp>
        <p:nvGrpSpPr>
          <p:cNvPr name="Group 23" id="23"/>
          <p:cNvGrpSpPr/>
          <p:nvPr/>
        </p:nvGrpSpPr>
        <p:grpSpPr>
          <a:xfrm rot="0">
            <a:off x="1933225" y="7654641"/>
            <a:ext cx="5167312" cy="1201049"/>
            <a:chOff x="0" y="0"/>
            <a:chExt cx="812800" cy="188921"/>
          </a:xfrm>
        </p:grpSpPr>
        <p:sp>
          <p:nvSpPr>
            <p:cNvPr name="Freeform 24" id="24"/>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25" id="25"/>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26" id="26"/>
          <p:cNvGrpSpPr/>
          <p:nvPr/>
        </p:nvGrpSpPr>
        <p:grpSpPr>
          <a:xfrm rot="0">
            <a:off x="2875782" y="7252031"/>
            <a:ext cx="5700075" cy="2006269"/>
            <a:chOff x="0" y="0"/>
            <a:chExt cx="1731954" cy="609600"/>
          </a:xfrm>
        </p:grpSpPr>
        <p:sp>
          <p:nvSpPr>
            <p:cNvPr name="Freeform 27" id="27"/>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28" id="28"/>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29" id="29"/>
          <p:cNvSpPr txBox="true"/>
          <p:nvPr/>
        </p:nvSpPr>
        <p:spPr>
          <a:xfrm rot="0">
            <a:off x="2042244" y="788828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03</a:t>
            </a:r>
          </a:p>
        </p:txBody>
      </p:sp>
      <p:grpSp>
        <p:nvGrpSpPr>
          <p:cNvPr name="Group 30" id="30"/>
          <p:cNvGrpSpPr/>
          <p:nvPr/>
        </p:nvGrpSpPr>
        <p:grpSpPr>
          <a:xfrm rot="0">
            <a:off x="9871371" y="2745432"/>
            <a:ext cx="5167312" cy="1201049"/>
            <a:chOff x="0" y="0"/>
            <a:chExt cx="812800" cy="188921"/>
          </a:xfrm>
        </p:grpSpPr>
        <p:sp>
          <p:nvSpPr>
            <p:cNvPr name="Freeform 31" id="31"/>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38AEB6"/>
            </a:solidFill>
          </p:spPr>
        </p:sp>
        <p:sp>
          <p:nvSpPr>
            <p:cNvPr name="TextBox 32" id="32"/>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33" id="33"/>
          <p:cNvGrpSpPr/>
          <p:nvPr/>
        </p:nvGrpSpPr>
        <p:grpSpPr>
          <a:xfrm rot="0">
            <a:off x="10654700" y="2342822"/>
            <a:ext cx="5700075" cy="2006269"/>
            <a:chOff x="0" y="0"/>
            <a:chExt cx="1731954" cy="609600"/>
          </a:xfrm>
        </p:grpSpPr>
        <p:sp>
          <p:nvSpPr>
            <p:cNvPr name="Freeform 34" id="34"/>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B5EBEF"/>
            </a:solidFill>
            <a:ln cap="rnd">
              <a:noFill/>
              <a:prstDash val="solid"/>
              <a:round/>
            </a:ln>
          </p:spPr>
        </p:sp>
        <p:sp>
          <p:nvSpPr>
            <p:cNvPr name="TextBox 35" id="35"/>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36" id="36"/>
          <p:cNvSpPr txBox="true"/>
          <p:nvPr/>
        </p:nvSpPr>
        <p:spPr>
          <a:xfrm rot="0">
            <a:off x="9993568"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04</a:t>
            </a:r>
          </a:p>
        </p:txBody>
      </p:sp>
      <p:grpSp>
        <p:nvGrpSpPr>
          <p:cNvPr name="Group 37" id="37"/>
          <p:cNvGrpSpPr/>
          <p:nvPr/>
        </p:nvGrpSpPr>
        <p:grpSpPr>
          <a:xfrm rot="0">
            <a:off x="1933225" y="2745432"/>
            <a:ext cx="5167312" cy="1201049"/>
            <a:chOff x="0" y="0"/>
            <a:chExt cx="812800" cy="188921"/>
          </a:xfrm>
        </p:grpSpPr>
        <p:sp>
          <p:nvSpPr>
            <p:cNvPr name="Freeform 38" id="38"/>
            <p:cNvSpPr/>
            <p:nvPr/>
          </p:nvSpPr>
          <p:spPr>
            <a:xfrm flipH="false" flipV="false" rot="0">
              <a:off x="0" y="0"/>
              <a:ext cx="812800" cy="188921"/>
            </a:xfrm>
            <a:custGeom>
              <a:avLst/>
              <a:gdLst/>
              <a:ahLst/>
              <a:cxnLst/>
              <a:rect r="r" b="b" t="t" l="l"/>
              <a:pathLst>
                <a:path h="188921" w="812800">
                  <a:moveTo>
                    <a:pt x="38954" y="0"/>
                  </a:moveTo>
                  <a:lnTo>
                    <a:pt x="773846" y="0"/>
                  </a:lnTo>
                  <a:cubicBezTo>
                    <a:pt x="795359" y="0"/>
                    <a:pt x="812800" y="17441"/>
                    <a:pt x="812800" y="38954"/>
                  </a:cubicBezTo>
                  <a:lnTo>
                    <a:pt x="812800" y="149966"/>
                  </a:lnTo>
                  <a:cubicBezTo>
                    <a:pt x="812800" y="160298"/>
                    <a:pt x="808696" y="170206"/>
                    <a:pt x="801391" y="177511"/>
                  </a:cubicBezTo>
                  <a:cubicBezTo>
                    <a:pt x="794085" y="184817"/>
                    <a:pt x="784177" y="188921"/>
                    <a:pt x="773846" y="188921"/>
                  </a:cubicBezTo>
                  <a:lnTo>
                    <a:pt x="38954" y="188921"/>
                  </a:lnTo>
                  <a:cubicBezTo>
                    <a:pt x="17441" y="188921"/>
                    <a:pt x="0" y="171480"/>
                    <a:pt x="0" y="149966"/>
                  </a:cubicBezTo>
                  <a:lnTo>
                    <a:pt x="0" y="38954"/>
                  </a:lnTo>
                  <a:cubicBezTo>
                    <a:pt x="0" y="17441"/>
                    <a:pt x="17441" y="0"/>
                    <a:pt x="38954" y="0"/>
                  </a:cubicBezTo>
                  <a:close/>
                </a:path>
              </a:pathLst>
            </a:custGeom>
            <a:solidFill>
              <a:srgbClr val="9366E4"/>
            </a:solidFill>
          </p:spPr>
        </p:sp>
        <p:sp>
          <p:nvSpPr>
            <p:cNvPr name="TextBox 39" id="39"/>
            <p:cNvSpPr txBox="true"/>
            <p:nvPr/>
          </p:nvSpPr>
          <p:spPr>
            <a:xfrm>
              <a:off x="0" y="-38100"/>
              <a:ext cx="812800" cy="227021"/>
            </a:xfrm>
            <a:prstGeom prst="rect">
              <a:avLst/>
            </a:prstGeom>
          </p:spPr>
          <p:txBody>
            <a:bodyPr anchor="ctr" rtlCol="false" tIns="50800" lIns="50800" bIns="50800" rIns="50800"/>
            <a:lstStyle/>
            <a:p>
              <a:pPr algn="ctr">
                <a:lnSpc>
                  <a:spcPts val="3079"/>
                </a:lnSpc>
              </a:pPr>
            </a:p>
          </p:txBody>
        </p:sp>
      </p:grpSp>
      <p:grpSp>
        <p:nvGrpSpPr>
          <p:cNvPr name="Group 40" id="40"/>
          <p:cNvGrpSpPr/>
          <p:nvPr/>
        </p:nvGrpSpPr>
        <p:grpSpPr>
          <a:xfrm rot="0">
            <a:off x="2716554" y="2342822"/>
            <a:ext cx="5700075" cy="2006269"/>
            <a:chOff x="0" y="0"/>
            <a:chExt cx="1731954" cy="609600"/>
          </a:xfrm>
        </p:grpSpPr>
        <p:sp>
          <p:nvSpPr>
            <p:cNvPr name="Freeform 41" id="41"/>
            <p:cNvSpPr/>
            <p:nvPr/>
          </p:nvSpPr>
          <p:spPr>
            <a:xfrm flipH="false" flipV="false" rot="0">
              <a:off x="14412" y="0"/>
              <a:ext cx="1703131" cy="609600"/>
            </a:xfrm>
            <a:custGeom>
              <a:avLst/>
              <a:gdLst/>
              <a:ahLst/>
              <a:cxnLst/>
              <a:rect r="r" b="b" t="t" l="l"/>
              <a:pathLst>
                <a:path h="609600" w="1703131">
                  <a:moveTo>
                    <a:pt x="240400" y="0"/>
                  </a:moveTo>
                  <a:lnTo>
                    <a:pt x="1665930" y="0"/>
                  </a:lnTo>
                  <a:cubicBezTo>
                    <a:pt x="1677888" y="0"/>
                    <a:pt x="1689117" y="5748"/>
                    <a:pt x="1696108" y="15449"/>
                  </a:cubicBezTo>
                  <a:cubicBezTo>
                    <a:pt x="1703100" y="25149"/>
                    <a:pt x="1705003" y="37620"/>
                    <a:pt x="1701221" y="48964"/>
                  </a:cubicBezTo>
                  <a:lnTo>
                    <a:pt x="1530664" y="560636"/>
                  </a:lnTo>
                  <a:cubicBezTo>
                    <a:pt x="1520917" y="589877"/>
                    <a:pt x="1493553" y="609600"/>
                    <a:pt x="1462730" y="609600"/>
                  </a:cubicBezTo>
                  <a:lnTo>
                    <a:pt x="37200" y="609600"/>
                  </a:lnTo>
                  <a:cubicBezTo>
                    <a:pt x="25242" y="609600"/>
                    <a:pt x="14014" y="603852"/>
                    <a:pt x="7022" y="594151"/>
                  </a:cubicBezTo>
                  <a:cubicBezTo>
                    <a:pt x="30" y="584451"/>
                    <a:pt x="-1872" y="571980"/>
                    <a:pt x="1909" y="560636"/>
                  </a:cubicBezTo>
                  <a:lnTo>
                    <a:pt x="172467" y="48964"/>
                  </a:lnTo>
                  <a:cubicBezTo>
                    <a:pt x="182214" y="19723"/>
                    <a:pt x="209578" y="0"/>
                    <a:pt x="240400" y="0"/>
                  </a:cubicBezTo>
                  <a:close/>
                </a:path>
              </a:pathLst>
            </a:custGeom>
            <a:solidFill>
              <a:srgbClr val="EAE0FF"/>
            </a:solidFill>
            <a:ln cap="rnd">
              <a:noFill/>
              <a:prstDash val="solid"/>
              <a:round/>
            </a:ln>
          </p:spPr>
        </p:sp>
        <p:sp>
          <p:nvSpPr>
            <p:cNvPr name="TextBox 42" id="42"/>
            <p:cNvSpPr txBox="true"/>
            <p:nvPr/>
          </p:nvSpPr>
          <p:spPr>
            <a:xfrm>
              <a:off x="101600" y="-38100"/>
              <a:ext cx="1528754" cy="647700"/>
            </a:xfrm>
            <a:prstGeom prst="rect">
              <a:avLst/>
            </a:prstGeom>
          </p:spPr>
          <p:txBody>
            <a:bodyPr anchor="ctr" rtlCol="false" tIns="50800" lIns="50800" bIns="50800" rIns="50800"/>
            <a:lstStyle/>
            <a:p>
              <a:pPr algn="ctr">
                <a:lnSpc>
                  <a:spcPts val="3079"/>
                </a:lnSpc>
              </a:pPr>
            </a:p>
          </p:txBody>
        </p:sp>
      </p:grpSp>
      <p:sp>
        <p:nvSpPr>
          <p:cNvPr name="TextBox 43" id="43"/>
          <p:cNvSpPr txBox="true"/>
          <p:nvPr/>
        </p:nvSpPr>
        <p:spPr>
          <a:xfrm rot="0">
            <a:off x="2042244" y="2979071"/>
            <a:ext cx="952500" cy="666910"/>
          </a:xfrm>
          <a:prstGeom prst="rect">
            <a:avLst/>
          </a:prstGeom>
        </p:spPr>
        <p:txBody>
          <a:bodyPr anchor="t" rtlCol="false" tIns="0" lIns="0" bIns="0" rIns="0">
            <a:spAutoFit/>
          </a:bodyPr>
          <a:lstStyle/>
          <a:p>
            <a:pPr algn="ctr" marL="0" indent="0" lvl="1">
              <a:lnSpc>
                <a:spcPts val="5529"/>
              </a:lnSpc>
              <a:spcBef>
                <a:spcPct val="0"/>
              </a:spcBef>
            </a:pPr>
            <a:r>
              <a:rPr lang="en-US" b="true" sz="3949" spc="165" strike="noStrike" u="none">
                <a:solidFill>
                  <a:srgbClr val="FFFFFF"/>
                </a:solidFill>
                <a:latin typeface="Montserrat Ultra-Bold"/>
                <a:ea typeface="Montserrat Ultra-Bold"/>
                <a:cs typeface="Montserrat Ultra-Bold"/>
                <a:sym typeface="Montserrat Ultra-Bold"/>
              </a:rPr>
              <a:t>01</a:t>
            </a:r>
          </a:p>
        </p:txBody>
      </p:sp>
      <p:sp>
        <p:nvSpPr>
          <p:cNvPr name="TextBox 44" id="44"/>
          <p:cNvSpPr txBox="true"/>
          <p:nvPr/>
        </p:nvSpPr>
        <p:spPr>
          <a:xfrm rot="0">
            <a:off x="3665152"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5" id="45"/>
          <p:cNvSpPr txBox="true"/>
          <p:nvPr/>
        </p:nvSpPr>
        <p:spPr>
          <a:xfrm rot="0">
            <a:off x="11535889" y="3011568"/>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6" id="46"/>
          <p:cNvSpPr txBox="true"/>
          <p:nvPr/>
        </p:nvSpPr>
        <p:spPr>
          <a:xfrm rot="0">
            <a:off x="3665152"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7" id="47"/>
          <p:cNvSpPr txBox="true"/>
          <p:nvPr/>
        </p:nvSpPr>
        <p:spPr>
          <a:xfrm rot="0">
            <a:off x="11535889" y="5485701"/>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48" id="48"/>
          <p:cNvSpPr txBox="true"/>
          <p:nvPr/>
        </p:nvSpPr>
        <p:spPr>
          <a:xfrm rot="0">
            <a:off x="3692007"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Idea modern</a:t>
            </a:r>
          </a:p>
        </p:txBody>
      </p:sp>
      <p:sp>
        <p:nvSpPr>
          <p:cNvPr name="TextBox 49" id="49"/>
          <p:cNvSpPr txBox="true"/>
          <p:nvPr/>
        </p:nvSpPr>
        <p:spPr>
          <a:xfrm rot="0">
            <a:off x="11562744" y="2626245"/>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Original idea</a:t>
            </a:r>
          </a:p>
        </p:txBody>
      </p:sp>
      <p:sp>
        <p:nvSpPr>
          <p:cNvPr name="TextBox 50" id="50"/>
          <p:cNvSpPr txBox="true"/>
          <p:nvPr/>
        </p:nvSpPr>
        <p:spPr>
          <a:xfrm rot="0">
            <a:off x="3692007"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G</a:t>
            </a:r>
            <a:r>
              <a:rPr lang="en-US" b="true" sz="1974">
                <a:solidFill>
                  <a:srgbClr val="1C1C1A"/>
                </a:solidFill>
                <a:latin typeface="Montserrat Ultra-Bold"/>
                <a:ea typeface="Montserrat Ultra-Bold"/>
                <a:cs typeface="Montserrat Ultra-Bold"/>
                <a:sym typeface="Montserrat Ultra-Bold"/>
              </a:rPr>
              <a:t>reat idea</a:t>
            </a:r>
          </a:p>
        </p:txBody>
      </p:sp>
      <p:sp>
        <p:nvSpPr>
          <p:cNvPr name="TextBox 51" id="51"/>
          <p:cNvSpPr txBox="true"/>
          <p:nvPr/>
        </p:nvSpPr>
        <p:spPr>
          <a:xfrm rot="0">
            <a:off x="11562744" y="5100377"/>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Simple idea</a:t>
            </a:r>
          </a:p>
        </p:txBody>
      </p:sp>
      <p:sp>
        <p:nvSpPr>
          <p:cNvPr name="TextBox 52" id="52"/>
          <p:cNvSpPr txBox="true"/>
          <p:nvPr/>
        </p:nvSpPr>
        <p:spPr>
          <a:xfrm rot="0">
            <a:off x="3665152"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3" id="53"/>
          <p:cNvSpPr txBox="true"/>
          <p:nvPr/>
        </p:nvSpPr>
        <p:spPr>
          <a:xfrm rot="0">
            <a:off x="11535889" y="7959833"/>
            <a:ext cx="380870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Ut enim ad minim.</a:t>
            </a:r>
          </a:p>
        </p:txBody>
      </p:sp>
      <p:sp>
        <p:nvSpPr>
          <p:cNvPr name="TextBox 54" id="54"/>
          <p:cNvSpPr txBox="true"/>
          <p:nvPr/>
        </p:nvSpPr>
        <p:spPr>
          <a:xfrm rot="0">
            <a:off x="3692007"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Creative</a:t>
            </a:r>
            <a:r>
              <a:rPr lang="en-US" b="true" sz="1974">
                <a:solidFill>
                  <a:srgbClr val="1C1C1A"/>
                </a:solidFill>
                <a:latin typeface="Montserrat Ultra-Bold"/>
                <a:ea typeface="Montserrat Ultra-Bold"/>
                <a:cs typeface="Montserrat Ultra-Bold"/>
                <a:sym typeface="Montserrat Ultra-Bold"/>
              </a:rPr>
              <a:t> idea</a:t>
            </a:r>
          </a:p>
        </p:txBody>
      </p:sp>
      <p:sp>
        <p:nvSpPr>
          <p:cNvPr name="TextBox 55" id="55"/>
          <p:cNvSpPr txBox="true"/>
          <p:nvPr/>
        </p:nvSpPr>
        <p:spPr>
          <a:xfrm rot="0">
            <a:off x="11562744" y="7574510"/>
            <a:ext cx="2857521" cy="304292"/>
          </a:xfrm>
          <a:prstGeom prst="rect">
            <a:avLst/>
          </a:prstGeom>
        </p:spPr>
        <p:txBody>
          <a:bodyPr anchor="t" rtlCol="false" tIns="0" lIns="0" bIns="0" rIns="0">
            <a:spAutoFit/>
          </a:bodyPr>
          <a:lstStyle/>
          <a:p>
            <a:pPr algn="l" marL="0" indent="0" lvl="0">
              <a:lnSpc>
                <a:spcPts val="2448"/>
              </a:lnSpc>
            </a:pPr>
            <a:r>
              <a:rPr lang="en-US" b="true" sz="1974">
                <a:solidFill>
                  <a:srgbClr val="1C1C1A"/>
                </a:solidFill>
                <a:latin typeface="Montserrat Ultra-Bold"/>
                <a:ea typeface="Montserrat Ultra-Bold"/>
                <a:cs typeface="Montserrat Ultra-Bold"/>
                <a:sym typeface="Montserrat Ultra-Bold"/>
              </a:rPr>
              <a:t>Nice idea</a:t>
            </a:r>
          </a:p>
        </p:txBody>
      </p:sp>
      <p:sp>
        <p:nvSpPr>
          <p:cNvPr name="TextBox 56" id="56"/>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Mind map </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048708" y="1292585"/>
            <a:ext cx="1862915" cy="2524879"/>
            <a:chOff x="0" y="0"/>
            <a:chExt cx="2483887" cy="3366506"/>
          </a:xfrm>
        </p:grpSpPr>
        <p:sp>
          <p:nvSpPr>
            <p:cNvPr name="AutoShape 3" id="3"/>
            <p:cNvSpPr/>
            <p:nvPr/>
          </p:nvSpPr>
          <p:spPr>
            <a:xfrm>
              <a:off x="31479" y="436664"/>
              <a:ext cx="1818028" cy="2700091"/>
            </a:xfrm>
            <a:prstGeom prst="line">
              <a:avLst/>
            </a:prstGeom>
            <a:ln cap="flat" w="63500">
              <a:solidFill>
                <a:srgbClr val="8D9193"/>
              </a:solidFill>
              <a:prstDash val="sysDot"/>
              <a:headEnd type="none" len="sm" w="sm"/>
              <a:tailEnd type="triangle" len="med" w="lg"/>
            </a:ln>
          </p:spPr>
        </p:sp>
        <p:grpSp>
          <p:nvGrpSpPr>
            <p:cNvPr name="Group 4" id="4"/>
            <p:cNvGrpSpPr/>
            <p:nvPr/>
          </p:nvGrpSpPr>
          <p:grpSpPr>
            <a:xfrm rot="-10800000">
              <a:off x="1537047" y="2884562"/>
              <a:ext cx="624919" cy="481944"/>
              <a:chOff x="0" y="0"/>
              <a:chExt cx="922188" cy="711200"/>
            </a:xfrm>
          </p:grpSpPr>
          <p:sp>
            <p:nvSpPr>
              <p:cNvPr name="Freeform 5" id="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6" id="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7" id="7"/>
          <p:cNvGrpSpPr/>
          <p:nvPr/>
        </p:nvGrpSpPr>
        <p:grpSpPr>
          <a:xfrm rot="0">
            <a:off x="9231579" y="6553882"/>
            <a:ext cx="2007871" cy="2506665"/>
            <a:chOff x="0" y="0"/>
            <a:chExt cx="2677161" cy="3342220"/>
          </a:xfrm>
        </p:grpSpPr>
        <p:sp>
          <p:nvSpPr>
            <p:cNvPr name="AutoShape 8" id="8"/>
            <p:cNvSpPr/>
            <p:nvPr/>
          </p:nvSpPr>
          <p:spPr>
            <a:xfrm flipH="true" flipV="true">
              <a:off x="614458" y="147948"/>
              <a:ext cx="2031013" cy="2729768"/>
            </a:xfrm>
            <a:prstGeom prst="line">
              <a:avLst/>
            </a:prstGeom>
            <a:ln cap="flat" w="63500">
              <a:solidFill>
                <a:srgbClr val="8D9193"/>
              </a:solidFill>
              <a:prstDash val="sysDot"/>
              <a:headEnd type="none" len="sm" w="sm"/>
              <a:tailEnd type="triangle" len="med" w="lg"/>
            </a:ln>
          </p:spPr>
        </p:sp>
        <p:grpSp>
          <p:nvGrpSpPr>
            <p:cNvPr name="Group 9" id="9"/>
            <p:cNvGrpSpPr/>
            <p:nvPr/>
          </p:nvGrpSpPr>
          <p:grpSpPr>
            <a:xfrm rot="0">
              <a:off x="295340" y="0"/>
              <a:ext cx="624919" cy="481944"/>
              <a:chOff x="0" y="0"/>
              <a:chExt cx="922188" cy="711200"/>
            </a:xfrm>
          </p:grpSpPr>
          <p:sp>
            <p:nvSpPr>
              <p:cNvPr name="Freeform 10" id="1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9366E4"/>
              </a:solidFill>
              <a:ln cap="sq">
                <a:noFill/>
                <a:prstDash val="solid"/>
                <a:miter/>
              </a:ln>
            </p:spPr>
          </p:sp>
          <p:sp>
            <p:nvSpPr>
              <p:cNvPr name="TextBox 11" id="1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2" id="12"/>
          <p:cNvGrpSpPr/>
          <p:nvPr/>
        </p:nvGrpSpPr>
        <p:grpSpPr>
          <a:xfrm rot="0">
            <a:off x="9237587" y="1274385"/>
            <a:ext cx="2000503" cy="2543079"/>
            <a:chOff x="0" y="0"/>
            <a:chExt cx="2667337" cy="3390773"/>
          </a:xfrm>
        </p:grpSpPr>
        <p:sp>
          <p:nvSpPr>
            <p:cNvPr name="AutoShape 13" id="13"/>
            <p:cNvSpPr/>
            <p:nvPr/>
          </p:nvSpPr>
          <p:spPr>
            <a:xfrm flipH="true">
              <a:off x="606448" y="460931"/>
              <a:ext cx="2025885" cy="2729768"/>
            </a:xfrm>
            <a:prstGeom prst="line">
              <a:avLst/>
            </a:prstGeom>
            <a:ln cap="flat" w="63500">
              <a:solidFill>
                <a:srgbClr val="8D9193"/>
              </a:solidFill>
              <a:prstDash val="sysDot"/>
              <a:headEnd type="none" len="sm" w="sm"/>
              <a:tailEnd type="triangle" len="med" w="lg"/>
            </a:ln>
          </p:spPr>
        </p:sp>
        <p:grpSp>
          <p:nvGrpSpPr>
            <p:cNvPr name="Group 14" id="14"/>
            <p:cNvGrpSpPr/>
            <p:nvPr/>
          </p:nvGrpSpPr>
          <p:grpSpPr>
            <a:xfrm rot="-10800000">
              <a:off x="287331" y="2908829"/>
              <a:ext cx="624919" cy="481944"/>
              <a:chOff x="0" y="0"/>
              <a:chExt cx="922188" cy="711200"/>
            </a:xfrm>
          </p:grpSpPr>
          <p:sp>
            <p:nvSpPr>
              <p:cNvPr name="Freeform 15" id="1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16" id="1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17" id="17"/>
          <p:cNvGrpSpPr/>
          <p:nvPr/>
        </p:nvGrpSpPr>
        <p:grpSpPr>
          <a:xfrm rot="0">
            <a:off x="7050100" y="6553882"/>
            <a:ext cx="1856888" cy="2480980"/>
            <a:chOff x="0" y="0"/>
            <a:chExt cx="2475851" cy="3307973"/>
          </a:xfrm>
        </p:grpSpPr>
        <p:sp>
          <p:nvSpPr>
            <p:cNvPr name="AutoShape 18" id="18"/>
            <p:cNvSpPr/>
            <p:nvPr/>
          </p:nvSpPr>
          <p:spPr>
            <a:xfrm flipV="true">
              <a:off x="34751" y="147948"/>
              <a:ext cx="1812899" cy="2729768"/>
            </a:xfrm>
            <a:prstGeom prst="line">
              <a:avLst/>
            </a:prstGeom>
            <a:ln cap="flat" w="63500">
              <a:solidFill>
                <a:srgbClr val="8D9193"/>
              </a:solidFill>
              <a:prstDash val="sysDot"/>
              <a:headEnd type="none" len="sm" w="sm"/>
              <a:tailEnd type="triangle" len="med" w="lg"/>
            </a:ln>
          </p:spPr>
        </p:sp>
        <p:grpSp>
          <p:nvGrpSpPr>
            <p:cNvPr name="Group 19" id="19"/>
            <p:cNvGrpSpPr/>
            <p:nvPr/>
          </p:nvGrpSpPr>
          <p:grpSpPr>
            <a:xfrm rot="0">
              <a:off x="1535191" y="0"/>
              <a:ext cx="624919" cy="481944"/>
              <a:chOff x="0" y="0"/>
              <a:chExt cx="922188" cy="711200"/>
            </a:xfrm>
          </p:grpSpPr>
          <p:sp>
            <p:nvSpPr>
              <p:cNvPr name="Freeform 20" id="2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DDA707"/>
              </a:solidFill>
              <a:ln cap="sq">
                <a:noFill/>
                <a:prstDash val="solid"/>
                <a:miter/>
              </a:ln>
            </p:spPr>
          </p:sp>
          <p:sp>
            <p:nvSpPr>
              <p:cNvPr name="TextBox 21" id="2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2" id="22"/>
          <p:cNvGrpSpPr/>
          <p:nvPr/>
        </p:nvGrpSpPr>
        <p:grpSpPr>
          <a:xfrm rot="0">
            <a:off x="5492349" y="5837484"/>
            <a:ext cx="2015499" cy="692586"/>
            <a:chOff x="0" y="0"/>
            <a:chExt cx="2687332" cy="923448"/>
          </a:xfrm>
        </p:grpSpPr>
        <p:sp>
          <p:nvSpPr>
            <p:cNvPr name="AutoShape 23" id="23"/>
            <p:cNvSpPr/>
            <p:nvPr/>
          </p:nvSpPr>
          <p:spPr>
            <a:xfrm>
              <a:off x="18858" y="383698"/>
              <a:ext cx="2285160" cy="0"/>
            </a:xfrm>
            <a:prstGeom prst="line">
              <a:avLst/>
            </a:prstGeom>
            <a:ln cap="flat" w="63500">
              <a:solidFill>
                <a:srgbClr val="8D9193"/>
              </a:solidFill>
              <a:prstDash val="sysDot"/>
              <a:headEnd type="none" len="sm" w="sm"/>
              <a:tailEnd type="triangle" len="med" w="lg"/>
            </a:ln>
          </p:spPr>
        </p:sp>
        <p:grpSp>
          <p:nvGrpSpPr>
            <p:cNvPr name="Group 24" id="24"/>
            <p:cNvGrpSpPr/>
            <p:nvPr/>
          </p:nvGrpSpPr>
          <p:grpSpPr>
            <a:xfrm rot="3079347">
              <a:off x="1991484" y="153550"/>
              <a:ext cx="624919" cy="481944"/>
              <a:chOff x="0" y="0"/>
              <a:chExt cx="922188" cy="711200"/>
            </a:xfrm>
          </p:grpSpPr>
          <p:sp>
            <p:nvSpPr>
              <p:cNvPr name="Freeform 25" id="2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26" id="2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27" id="27"/>
          <p:cNvGrpSpPr/>
          <p:nvPr/>
        </p:nvGrpSpPr>
        <p:grpSpPr>
          <a:xfrm rot="0">
            <a:off x="5504047" y="3663164"/>
            <a:ext cx="2057316" cy="1055333"/>
            <a:chOff x="0" y="0"/>
            <a:chExt cx="2743089" cy="1407111"/>
          </a:xfrm>
        </p:grpSpPr>
        <p:sp>
          <p:nvSpPr>
            <p:cNvPr name="AutoShape 28" id="28"/>
            <p:cNvSpPr/>
            <p:nvPr/>
          </p:nvSpPr>
          <p:spPr>
            <a:xfrm>
              <a:off x="24263" y="554468"/>
              <a:ext cx="2321887" cy="545058"/>
            </a:xfrm>
            <a:prstGeom prst="line">
              <a:avLst/>
            </a:prstGeom>
            <a:ln cap="flat" w="63500">
              <a:solidFill>
                <a:srgbClr val="8D9193"/>
              </a:solidFill>
              <a:prstDash val="sysDot"/>
              <a:headEnd type="none" len="sm" w="sm"/>
              <a:tailEnd type="triangle" len="med" w="lg"/>
            </a:ln>
          </p:spPr>
        </p:sp>
        <p:grpSp>
          <p:nvGrpSpPr>
            <p:cNvPr name="Group 29" id="29"/>
            <p:cNvGrpSpPr/>
            <p:nvPr/>
          </p:nvGrpSpPr>
          <p:grpSpPr>
            <a:xfrm rot="8100000">
              <a:off x="2039294" y="774804"/>
              <a:ext cx="624919" cy="481944"/>
              <a:chOff x="0" y="0"/>
              <a:chExt cx="922188" cy="711200"/>
            </a:xfrm>
          </p:grpSpPr>
          <p:sp>
            <p:nvSpPr>
              <p:cNvPr name="Freeform 30" id="3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1" id="3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2" id="32"/>
          <p:cNvGrpSpPr/>
          <p:nvPr/>
        </p:nvGrpSpPr>
        <p:grpSpPr>
          <a:xfrm rot="0">
            <a:off x="10779680" y="5705383"/>
            <a:ext cx="2023228" cy="1060193"/>
            <a:chOff x="0" y="0"/>
            <a:chExt cx="2697637" cy="1413591"/>
          </a:xfrm>
        </p:grpSpPr>
        <p:sp>
          <p:nvSpPr>
            <p:cNvPr name="AutoShape 33" id="33"/>
            <p:cNvSpPr/>
            <p:nvPr/>
          </p:nvSpPr>
          <p:spPr>
            <a:xfrm flipH="true" flipV="true">
              <a:off x="351487" y="314065"/>
              <a:ext cx="2321887" cy="545058"/>
            </a:xfrm>
            <a:prstGeom prst="line">
              <a:avLst/>
            </a:prstGeom>
            <a:ln cap="flat" w="63500">
              <a:solidFill>
                <a:srgbClr val="8D9193"/>
              </a:solidFill>
              <a:prstDash val="sysDot"/>
              <a:headEnd type="none" len="sm" w="sm"/>
              <a:tailEnd type="triangle" len="med" w="lg"/>
            </a:ln>
          </p:spPr>
        </p:sp>
        <p:grpSp>
          <p:nvGrpSpPr>
            <p:cNvPr name="Group 34" id="34"/>
            <p:cNvGrpSpPr/>
            <p:nvPr/>
          </p:nvGrpSpPr>
          <p:grpSpPr>
            <a:xfrm rot="-2700000">
              <a:off x="78876" y="150363"/>
              <a:ext cx="624919" cy="481944"/>
              <a:chOff x="0" y="0"/>
              <a:chExt cx="922188" cy="711200"/>
            </a:xfrm>
          </p:grpSpPr>
          <p:sp>
            <p:nvSpPr>
              <p:cNvPr name="Freeform 35" id="35"/>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E46671"/>
              </a:solidFill>
              <a:ln cap="sq">
                <a:noFill/>
                <a:prstDash val="solid"/>
                <a:miter/>
              </a:ln>
            </p:spPr>
          </p:sp>
          <p:sp>
            <p:nvSpPr>
              <p:cNvPr name="TextBox 36" id="36"/>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37" id="37"/>
          <p:cNvGrpSpPr/>
          <p:nvPr/>
        </p:nvGrpSpPr>
        <p:grpSpPr>
          <a:xfrm rot="0">
            <a:off x="10833195" y="3898671"/>
            <a:ext cx="1981411" cy="687726"/>
            <a:chOff x="0" y="0"/>
            <a:chExt cx="2641881" cy="916967"/>
          </a:xfrm>
        </p:grpSpPr>
        <p:sp>
          <p:nvSpPr>
            <p:cNvPr name="AutoShape 38" id="38"/>
            <p:cNvSpPr/>
            <p:nvPr/>
          </p:nvSpPr>
          <p:spPr>
            <a:xfrm flipH="true">
              <a:off x="337862" y="539749"/>
              <a:ext cx="2285160" cy="0"/>
            </a:xfrm>
            <a:prstGeom prst="line">
              <a:avLst/>
            </a:prstGeom>
            <a:ln cap="flat" w="63500">
              <a:solidFill>
                <a:srgbClr val="8D9193"/>
              </a:solidFill>
              <a:prstDash val="sysDot"/>
              <a:headEnd type="none" len="sm" w="sm"/>
              <a:tailEnd type="triangle" len="med" w="lg"/>
            </a:ln>
          </p:spPr>
        </p:sp>
        <p:grpSp>
          <p:nvGrpSpPr>
            <p:cNvPr name="Group 39" id="39"/>
            <p:cNvGrpSpPr/>
            <p:nvPr/>
          </p:nvGrpSpPr>
          <p:grpSpPr>
            <a:xfrm rot="-7720652">
              <a:off x="70929" y="281474"/>
              <a:ext cx="624919" cy="481944"/>
              <a:chOff x="0" y="0"/>
              <a:chExt cx="922188" cy="711200"/>
            </a:xfrm>
          </p:grpSpPr>
          <p:sp>
            <p:nvSpPr>
              <p:cNvPr name="Freeform 40" id="40"/>
              <p:cNvSpPr/>
              <p:nvPr/>
            </p:nvSpPr>
            <p:spPr>
              <a:xfrm flipH="false" flipV="false" rot="0">
                <a:off x="75415" y="89768"/>
                <a:ext cx="771359" cy="621432"/>
              </a:xfrm>
              <a:custGeom>
                <a:avLst/>
                <a:gdLst/>
                <a:ahLst/>
                <a:cxnLst/>
                <a:rect r="r" b="b" t="t" l="l"/>
                <a:pathLst>
                  <a:path h="621432" w="771359">
                    <a:moveTo>
                      <a:pt x="475539" y="48834"/>
                    </a:moveTo>
                    <a:lnTo>
                      <a:pt x="756913" y="482830"/>
                    </a:lnTo>
                    <a:cubicBezTo>
                      <a:pt x="774811" y="510436"/>
                      <a:pt x="776173" y="545621"/>
                      <a:pt x="760464" y="574528"/>
                    </a:cubicBezTo>
                    <a:cubicBezTo>
                      <a:pt x="744754" y="603435"/>
                      <a:pt x="714490" y="621432"/>
                      <a:pt x="681590" y="621432"/>
                    </a:cubicBezTo>
                    <a:lnTo>
                      <a:pt x="89767" y="621432"/>
                    </a:lnTo>
                    <a:cubicBezTo>
                      <a:pt x="56867" y="621432"/>
                      <a:pt x="26604" y="603435"/>
                      <a:pt x="10894" y="574528"/>
                    </a:cubicBezTo>
                    <a:cubicBezTo>
                      <a:pt x="-4815" y="545621"/>
                      <a:pt x="-3453" y="510436"/>
                      <a:pt x="14445" y="482830"/>
                    </a:cubicBezTo>
                    <a:lnTo>
                      <a:pt x="295819" y="48834"/>
                    </a:lnTo>
                    <a:cubicBezTo>
                      <a:pt x="315563" y="18381"/>
                      <a:pt x="349386" y="0"/>
                      <a:pt x="385679" y="0"/>
                    </a:cubicBezTo>
                    <a:cubicBezTo>
                      <a:pt x="421972" y="0"/>
                      <a:pt x="455795" y="18381"/>
                      <a:pt x="475539" y="48834"/>
                    </a:cubicBezTo>
                    <a:close/>
                  </a:path>
                </a:pathLst>
              </a:custGeom>
              <a:solidFill>
                <a:srgbClr val="38AEB6"/>
              </a:solidFill>
              <a:ln cap="sq">
                <a:noFill/>
                <a:prstDash val="solid"/>
                <a:miter/>
              </a:ln>
            </p:spPr>
          </p:sp>
          <p:sp>
            <p:nvSpPr>
              <p:cNvPr name="TextBox 41" id="41"/>
              <p:cNvSpPr txBox="true"/>
              <p:nvPr/>
            </p:nvSpPr>
            <p:spPr>
              <a:xfrm>
                <a:off x="144092" y="292100"/>
                <a:ext cx="634004" cy="368300"/>
              </a:xfrm>
              <a:prstGeom prst="rect">
                <a:avLst/>
              </a:prstGeom>
            </p:spPr>
            <p:txBody>
              <a:bodyPr anchor="ctr" rtlCol="false" tIns="50800" lIns="50800" bIns="50800" rIns="50800"/>
              <a:lstStyle/>
              <a:p>
                <a:pPr algn="ctr">
                  <a:lnSpc>
                    <a:spcPts val="2756"/>
                  </a:lnSpc>
                </a:pPr>
              </a:p>
            </p:txBody>
          </p:sp>
        </p:grpSp>
      </p:grpSp>
      <p:grpSp>
        <p:nvGrpSpPr>
          <p:cNvPr name="Group 42" id="42"/>
          <p:cNvGrpSpPr/>
          <p:nvPr/>
        </p:nvGrpSpPr>
        <p:grpSpPr>
          <a:xfrm rot="0">
            <a:off x="4961568" y="3438247"/>
            <a:ext cx="1061561" cy="1061561"/>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5" id="45"/>
          <p:cNvGrpSpPr/>
          <p:nvPr/>
        </p:nvGrpSpPr>
        <p:grpSpPr>
          <a:xfrm rot="0">
            <a:off x="12296802" y="3438247"/>
            <a:ext cx="1061561" cy="1061561"/>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48" id="48"/>
          <p:cNvGrpSpPr/>
          <p:nvPr/>
        </p:nvGrpSpPr>
        <p:grpSpPr>
          <a:xfrm rot="0">
            <a:off x="4961568" y="5787192"/>
            <a:ext cx="1061561" cy="1061561"/>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1" id="51"/>
          <p:cNvGrpSpPr/>
          <p:nvPr/>
        </p:nvGrpSpPr>
        <p:grpSpPr>
          <a:xfrm rot="0">
            <a:off x="12296802" y="5787192"/>
            <a:ext cx="1061561" cy="1061561"/>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4" id="54"/>
          <p:cNvGrpSpPr/>
          <p:nvPr/>
        </p:nvGrpSpPr>
        <p:grpSpPr>
          <a:xfrm rot="0">
            <a:off x="6585351" y="1089303"/>
            <a:ext cx="1061561" cy="106156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57" id="57"/>
          <p:cNvGrpSpPr/>
          <p:nvPr/>
        </p:nvGrpSpPr>
        <p:grpSpPr>
          <a:xfrm rot="0">
            <a:off x="10833195" y="1089303"/>
            <a:ext cx="1061561" cy="106156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0" id="60"/>
          <p:cNvSpPr txBox="true"/>
          <p:nvPr/>
        </p:nvSpPr>
        <p:spPr>
          <a:xfrm rot="0">
            <a:off x="10970937"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05</a:t>
            </a:r>
          </a:p>
        </p:txBody>
      </p:sp>
      <p:grpSp>
        <p:nvGrpSpPr>
          <p:cNvPr name="Group 61" id="61"/>
          <p:cNvGrpSpPr/>
          <p:nvPr/>
        </p:nvGrpSpPr>
        <p:grpSpPr>
          <a:xfrm rot="0">
            <a:off x="6585351" y="8136137"/>
            <a:ext cx="1061561" cy="106156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grpSp>
        <p:nvGrpSpPr>
          <p:cNvPr name="Group 64" id="64"/>
          <p:cNvGrpSpPr/>
          <p:nvPr/>
        </p:nvGrpSpPr>
        <p:grpSpPr>
          <a:xfrm rot="0">
            <a:off x="10833195" y="8136137"/>
            <a:ext cx="1061561" cy="106156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3079"/>
                </a:lnSpc>
              </a:pPr>
            </a:p>
          </p:txBody>
        </p:sp>
      </p:grpSp>
      <p:sp>
        <p:nvSpPr>
          <p:cNvPr name="TextBox 67" id="67"/>
          <p:cNvSpPr txBox="true"/>
          <p:nvPr/>
        </p:nvSpPr>
        <p:spPr>
          <a:xfrm rot="0">
            <a:off x="5099310"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68" id="68"/>
          <p:cNvSpPr txBox="true"/>
          <p:nvPr/>
        </p:nvSpPr>
        <p:spPr>
          <a:xfrm rot="0">
            <a:off x="12434544" y="359120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06</a:t>
            </a:r>
          </a:p>
        </p:txBody>
      </p:sp>
      <p:sp>
        <p:nvSpPr>
          <p:cNvPr name="TextBox 69" id="69"/>
          <p:cNvSpPr txBox="true"/>
          <p:nvPr/>
        </p:nvSpPr>
        <p:spPr>
          <a:xfrm rot="0">
            <a:off x="1044011"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70" id="70"/>
          <p:cNvSpPr txBox="true"/>
          <p:nvPr/>
        </p:nvSpPr>
        <p:spPr>
          <a:xfrm rot="0">
            <a:off x="14535432" y="323055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Original</a:t>
            </a:r>
          </a:p>
        </p:txBody>
      </p:sp>
      <p:sp>
        <p:nvSpPr>
          <p:cNvPr name="TextBox 71" id="71"/>
          <p:cNvSpPr txBox="true"/>
          <p:nvPr/>
        </p:nvSpPr>
        <p:spPr>
          <a:xfrm rot="0">
            <a:off x="942975"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2" id="72"/>
          <p:cNvSpPr txBox="true"/>
          <p:nvPr/>
        </p:nvSpPr>
        <p:spPr>
          <a:xfrm rot="0">
            <a:off x="14434397" y="370550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3" id="73"/>
          <p:cNvSpPr txBox="true"/>
          <p:nvPr/>
        </p:nvSpPr>
        <p:spPr>
          <a:xfrm rot="0">
            <a:off x="5099310"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74" id="74"/>
          <p:cNvSpPr txBox="true"/>
          <p:nvPr/>
        </p:nvSpPr>
        <p:spPr>
          <a:xfrm rot="0">
            <a:off x="12434544" y="5940154"/>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07</a:t>
            </a:r>
          </a:p>
        </p:txBody>
      </p:sp>
      <p:sp>
        <p:nvSpPr>
          <p:cNvPr name="TextBox 75" id="75"/>
          <p:cNvSpPr txBox="true"/>
          <p:nvPr/>
        </p:nvSpPr>
        <p:spPr>
          <a:xfrm rot="0">
            <a:off x="1044011"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Creative idea</a:t>
            </a:r>
          </a:p>
        </p:txBody>
      </p:sp>
      <p:sp>
        <p:nvSpPr>
          <p:cNvPr name="TextBox 76" id="76"/>
          <p:cNvSpPr txBox="true"/>
          <p:nvPr/>
        </p:nvSpPr>
        <p:spPr>
          <a:xfrm rot="0">
            <a:off x="14535432" y="5579500"/>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Great idea</a:t>
            </a:r>
          </a:p>
        </p:txBody>
      </p:sp>
      <p:sp>
        <p:nvSpPr>
          <p:cNvPr name="TextBox 77" id="77"/>
          <p:cNvSpPr txBox="true"/>
          <p:nvPr/>
        </p:nvSpPr>
        <p:spPr>
          <a:xfrm rot="0">
            <a:off x="942975"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8" id="78"/>
          <p:cNvSpPr txBox="true"/>
          <p:nvPr/>
        </p:nvSpPr>
        <p:spPr>
          <a:xfrm rot="0">
            <a:off x="14434397" y="6054454"/>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79" id="79"/>
          <p:cNvSpPr txBox="true"/>
          <p:nvPr/>
        </p:nvSpPr>
        <p:spPr>
          <a:xfrm rot="0">
            <a:off x="6723093" y="1242265"/>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80" id="80"/>
          <p:cNvSpPr txBox="true"/>
          <p:nvPr/>
        </p:nvSpPr>
        <p:spPr>
          <a:xfrm rot="0">
            <a:off x="2438946"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81" id="81"/>
          <p:cNvSpPr txBox="true"/>
          <p:nvPr/>
        </p:nvSpPr>
        <p:spPr>
          <a:xfrm rot="0">
            <a:off x="13113333" y="881611"/>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Nice idea</a:t>
            </a:r>
          </a:p>
        </p:txBody>
      </p:sp>
      <p:sp>
        <p:nvSpPr>
          <p:cNvPr name="TextBox 82" id="82"/>
          <p:cNvSpPr txBox="true"/>
          <p:nvPr/>
        </p:nvSpPr>
        <p:spPr>
          <a:xfrm rot="0">
            <a:off x="2337911"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3" id="83"/>
          <p:cNvSpPr txBox="true"/>
          <p:nvPr/>
        </p:nvSpPr>
        <p:spPr>
          <a:xfrm rot="0">
            <a:off x="13012297" y="1356565"/>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4" id="84"/>
          <p:cNvSpPr txBox="true"/>
          <p:nvPr/>
        </p:nvSpPr>
        <p:spPr>
          <a:xfrm rot="0">
            <a:off x="6723093"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85" id="85"/>
          <p:cNvSpPr txBox="true"/>
          <p:nvPr/>
        </p:nvSpPr>
        <p:spPr>
          <a:xfrm rot="0">
            <a:off x="10970937" y="8289099"/>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08</a:t>
            </a:r>
          </a:p>
        </p:txBody>
      </p:sp>
      <p:sp>
        <p:nvSpPr>
          <p:cNvPr name="TextBox 86" id="86"/>
          <p:cNvSpPr txBox="true"/>
          <p:nvPr/>
        </p:nvSpPr>
        <p:spPr>
          <a:xfrm rot="0">
            <a:off x="2438946"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Innovative idea</a:t>
            </a:r>
          </a:p>
        </p:txBody>
      </p:sp>
      <p:sp>
        <p:nvSpPr>
          <p:cNvPr name="TextBox 87" id="87"/>
          <p:cNvSpPr txBox="true"/>
          <p:nvPr/>
        </p:nvSpPr>
        <p:spPr>
          <a:xfrm rot="0">
            <a:off x="13113333" y="7928445"/>
            <a:ext cx="3045212" cy="330200"/>
          </a:xfrm>
          <a:prstGeom prst="rect">
            <a:avLst/>
          </a:prstGeom>
        </p:spPr>
        <p:txBody>
          <a:bodyPr anchor="t" rtlCol="false" tIns="0" lIns="0" bIns="0" rIns="0">
            <a:spAutoFit/>
          </a:bodyPr>
          <a:lstStyle/>
          <a:p>
            <a:pPr algn="l" marL="0" indent="0" lvl="0">
              <a:lnSpc>
                <a:spcPts val="2799"/>
              </a:lnSpc>
              <a:spcBef>
                <a:spcPct val="0"/>
              </a:spcBef>
            </a:pPr>
            <a:r>
              <a:rPr lang="en-US" b="true" sz="1999" strike="noStrike" u="none">
                <a:solidFill>
                  <a:srgbClr val="FFFFFF"/>
                </a:solidFill>
                <a:latin typeface="Montserrat Ultra-Bold"/>
                <a:ea typeface="Montserrat Ultra-Bold"/>
                <a:cs typeface="Montserrat Ultra-Bold"/>
                <a:sym typeface="Montserrat Ultra-Bold"/>
              </a:rPr>
              <a:t>Brilliant idea</a:t>
            </a:r>
          </a:p>
        </p:txBody>
      </p:sp>
      <p:sp>
        <p:nvSpPr>
          <p:cNvPr name="TextBox 88" id="88"/>
          <p:cNvSpPr txBox="true"/>
          <p:nvPr/>
        </p:nvSpPr>
        <p:spPr>
          <a:xfrm rot="0">
            <a:off x="2337911"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89" id="89"/>
          <p:cNvSpPr txBox="true"/>
          <p:nvPr/>
        </p:nvSpPr>
        <p:spPr>
          <a:xfrm rot="0">
            <a:off x="13012297" y="8403399"/>
            <a:ext cx="3298680" cy="1013460"/>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sit incididunt ut labore et dolore magna aliqua.</a:t>
            </a:r>
          </a:p>
        </p:txBody>
      </p:sp>
      <p:sp>
        <p:nvSpPr>
          <p:cNvPr name="TextBox 90" id="90"/>
          <p:cNvSpPr txBox="true"/>
          <p:nvPr/>
        </p:nvSpPr>
        <p:spPr>
          <a:xfrm rot="0">
            <a:off x="6697337" y="4277950"/>
            <a:ext cx="4893326" cy="1529198"/>
          </a:xfrm>
          <a:prstGeom prst="rect">
            <a:avLst/>
          </a:prstGeom>
        </p:spPr>
        <p:txBody>
          <a:bodyPr anchor="t" rtlCol="false" tIns="0" lIns="0" bIns="0" rIns="0">
            <a:spAutoFit/>
          </a:bodyPr>
          <a:lstStyle/>
          <a:p>
            <a:pPr algn="ctr" marL="0" indent="0" lvl="0">
              <a:lnSpc>
                <a:spcPts val="5903"/>
              </a:lnSpc>
            </a:pPr>
            <a:r>
              <a:rPr lang="en-US" b="true" sz="5569">
                <a:solidFill>
                  <a:srgbClr val="1C1C1A"/>
                </a:solidFill>
                <a:latin typeface="Montserrat Ultra-Bold"/>
                <a:ea typeface="Montserrat Ultra-Bold"/>
                <a:cs typeface="Montserrat Ultra-Bold"/>
                <a:sym typeface="Montserrat Ultra-Bold"/>
              </a:rPr>
              <a:t>Concept map</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F8FF"/>
        </a:solidFill>
      </p:bgPr>
    </p:bg>
    <p:spTree>
      <p:nvGrpSpPr>
        <p:cNvPr id="1" name=""/>
        <p:cNvGrpSpPr/>
        <p:nvPr/>
      </p:nvGrpSpPr>
      <p:grpSpPr>
        <a:xfrm>
          <a:off x="0" y="0"/>
          <a:ext cx="0" cy="0"/>
          <a:chOff x="0" y="0"/>
          <a:chExt cx="0" cy="0"/>
        </a:xfrm>
      </p:grpSpPr>
      <p:grpSp>
        <p:nvGrpSpPr>
          <p:cNvPr name="Group 2" id="2"/>
          <p:cNvGrpSpPr/>
          <p:nvPr/>
        </p:nvGrpSpPr>
        <p:grpSpPr>
          <a:xfrm rot="0">
            <a:off x="7162692" y="3602207"/>
            <a:ext cx="3841146" cy="3841146"/>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ln w="57150" cap="rnd">
              <a:solidFill>
                <a:srgbClr val="8D9193"/>
              </a:solidFill>
              <a:prstDash val="sysDot"/>
              <a:round/>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marL="0" indent="0" lvl="0">
                <a:lnSpc>
                  <a:spcPts val="2756"/>
                </a:lnSpc>
                <a:spcBef>
                  <a:spcPct val="0"/>
                </a:spcBef>
              </a:pPr>
            </a:p>
          </p:txBody>
        </p:sp>
      </p:grpSp>
      <p:grpSp>
        <p:nvGrpSpPr>
          <p:cNvPr name="Group 5" id="5"/>
          <p:cNvGrpSpPr/>
          <p:nvPr/>
        </p:nvGrpSpPr>
        <p:grpSpPr>
          <a:xfrm rot="0">
            <a:off x="7012115" y="3534660"/>
            <a:ext cx="1622297" cy="162229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366E4"/>
            </a:solidFill>
            <a:ln cap="sq">
              <a:noFill/>
              <a:prstDash val="solid"/>
              <a:miter/>
            </a:ln>
          </p:spPr>
        </p:sp>
        <p:sp>
          <p:nvSpPr>
            <p:cNvPr name="TextBox 7" id="7"/>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8" id="8"/>
          <p:cNvGrpSpPr/>
          <p:nvPr/>
        </p:nvGrpSpPr>
        <p:grpSpPr>
          <a:xfrm rot="0">
            <a:off x="9653588" y="3534660"/>
            <a:ext cx="1622297" cy="162229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a:ln cap="sq">
              <a:noFill/>
              <a:prstDash val="solid"/>
              <a:miter/>
            </a:ln>
          </p:spPr>
        </p:sp>
        <p:sp>
          <p:nvSpPr>
            <p:cNvPr name="TextBox 10" id="10"/>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1" id="11"/>
          <p:cNvGrpSpPr/>
          <p:nvPr/>
        </p:nvGrpSpPr>
        <p:grpSpPr>
          <a:xfrm rot="0">
            <a:off x="9653587" y="5948521"/>
            <a:ext cx="1622297" cy="162229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8AEB6"/>
            </a:solidFill>
            <a:ln cap="sq">
              <a:noFill/>
              <a:prstDash val="solid"/>
              <a:miter/>
            </a:ln>
          </p:spPr>
        </p:sp>
        <p:sp>
          <p:nvSpPr>
            <p:cNvPr name="TextBox 13" id="13"/>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4" id="14"/>
          <p:cNvGrpSpPr/>
          <p:nvPr/>
        </p:nvGrpSpPr>
        <p:grpSpPr>
          <a:xfrm rot="0">
            <a:off x="7012115" y="5948521"/>
            <a:ext cx="1622297" cy="1622297"/>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46671"/>
            </a:solidFill>
            <a:ln cap="sq">
              <a:noFill/>
              <a:prstDash val="solid"/>
              <a:miter/>
            </a:ln>
          </p:spPr>
        </p:sp>
        <p:sp>
          <p:nvSpPr>
            <p:cNvPr name="TextBox 16" id="16"/>
            <p:cNvSpPr txBox="true"/>
            <p:nvPr/>
          </p:nvSpPr>
          <p:spPr>
            <a:xfrm>
              <a:off x="76200" y="38100"/>
              <a:ext cx="660400" cy="698500"/>
            </a:xfrm>
            <a:prstGeom prst="rect">
              <a:avLst/>
            </a:prstGeom>
          </p:spPr>
          <p:txBody>
            <a:bodyPr anchor="ctr" rtlCol="false" tIns="71438" lIns="71438" bIns="71438" rIns="71438"/>
            <a:lstStyle/>
            <a:p>
              <a:pPr algn="ctr">
                <a:lnSpc>
                  <a:spcPts val="2756"/>
                </a:lnSpc>
              </a:pPr>
            </a:p>
          </p:txBody>
        </p:sp>
      </p:grpSp>
      <p:grpSp>
        <p:nvGrpSpPr>
          <p:cNvPr name="Group 17" id="17"/>
          <p:cNvGrpSpPr/>
          <p:nvPr/>
        </p:nvGrpSpPr>
        <p:grpSpPr>
          <a:xfrm rot="5471797">
            <a:off x="8905875" y="3442958"/>
            <a:ext cx="476250" cy="416719"/>
            <a:chOff x="0" y="0"/>
            <a:chExt cx="812800" cy="711200"/>
          </a:xfrm>
        </p:grpSpPr>
        <p:sp>
          <p:nvSpPr>
            <p:cNvPr name="Freeform 18" id="18"/>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9366E4"/>
            </a:solidFill>
          </p:spPr>
        </p:sp>
        <p:sp>
          <p:nvSpPr>
            <p:cNvPr name="TextBox 19" id="19"/>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0" id="20"/>
          <p:cNvGrpSpPr/>
          <p:nvPr/>
        </p:nvGrpSpPr>
        <p:grpSpPr>
          <a:xfrm rot="-10800000">
            <a:off x="10765713" y="5344380"/>
            <a:ext cx="476250" cy="416719"/>
            <a:chOff x="0" y="0"/>
            <a:chExt cx="812800" cy="711200"/>
          </a:xfrm>
        </p:grpSpPr>
        <p:sp>
          <p:nvSpPr>
            <p:cNvPr name="Freeform 21" id="21"/>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DDA707"/>
            </a:solidFill>
          </p:spPr>
        </p:sp>
        <p:sp>
          <p:nvSpPr>
            <p:cNvPr name="TextBox 22" id="22"/>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3" id="23"/>
          <p:cNvGrpSpPr/>
          <p:nvPr/>
        </p:nvGrpSpPr>
        <p:grpSpPr>
          <a:xfrm rot="0">
            <a:off x="6924567" y="5344380"/>
            <a:ext cx="476250" cy="416719"/>
            <a:chOff x="0" y="0"/>
            <a:chExt cx="812800" cy="711200"/>
          </a:xfrm>
        </p:grpSpPr>
        <p:sp>
          <p:nvSpPr>
            <p:cNvPr name="Freeform 24" id="24"/>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E46671"/>
            </a:solidFill>
          </p:spPr>
        </p:sp>
        <p:sp>
          <p:nvSpPr>
            <p:cNvPr name="TextBox 25" id="25"/>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grpSp>
        <p:nvGrpSpPr>
          <p:cNvPr name="Group 26" id="26"/>
          <p:cNvGrpSpPr/>
          <p:nvPr/>
        </p:nvGrpSpPr>
        <p:grpSpPr>
          <a:xfrm rot="-5400000">
            <a:off x="8900948" y="7235154"/>
            <a:ext cx="476250" cy="416719"/>
            <a:chOff x="0" y="0"/>
            <a:chExt cx="812800" cy="711200"/>
          </a:xfrm>
        </p:grpSpPr>
        <p:sp>
          <p:nvSpPr>
            <p:cNvPr name="Freeform 27" id="27"/>
            <p:cNvSpPr/>
            <p:nvPr/>
          </p:nvSpPr>
          <p:spPr>
            <a:xfrm flipH="false" flipV="false" rot="0">
              <a:off x="68223" y="94337"/>
              <a:ext cx="676354" cy="616863"/>
            </a:xfrm>
            <a:custGeom>
              <a:avLst/>
              <a:gdLst/>
              <a:ahLst/>
              <a:cxnLst/>
              <a:rect r="r" b="b" t="t" l="l"/>
              <a:pathLst>
                <a:path h="616863" w="676354">
                  <a:moveTo>
                    <a:pt x="418829" y="46805"/>
                  </a:moveTo>
                  <a:lnTo>
                    <a:pt x="663925" y="475721"/>
                  </a:lnTo>
                  <a:cubicBezTo>
                    <a:pt x="680609" y="504919"/>
                    <a:pt x="680489" y="540791"/>
                    <a:pt x="663610" y="569876"/>
                  </a:cubicBezTo>
                  <a:cubicBezTo>
                    <a:pt x="646731" y="598962"/>
                    <a:pt x="615645" y="616863"/>
                    <a:pt x="582017" y="616863"/>
                  </a:cubicBezTo>
                  <a:lnTo>
                    <a:pt x="94337" y="616863"/>
                  </a:lnTo>
                  <a:cubicBezTo>
                    <a:pt x="60709" y="616863"/>
                    <a:pt x="29623" y="598962"/>
                    <a:pt x="12744" y="569876"/>
                  </a:cubicBezTo>
                  <a:cubicBezTo>
                    <a:pt x="-4135" y="540791"/>
                    <a:pt x="-4255" y="504919"/>
                    <a:pt x="12429" y="475721"/>
                  </a:cubicBezTo>
                  <a:lnTo>
                    <a:pt x="257525" y="46805"/>
                  </a:lnTo>
                  <a:cubicBezTo>
                    <a:pt x="274063" y="17862"/>
                    <a:pt x="304842" y="0"/>
                    <a:pt x="338177" y="0"/>
                  </a:cubicBezTo>
                  <a:cubicBezTo>
                    <a:pt x="371512" y="0"/>
                    <a:pt x="402291" y="17862"/>
                    <a:pt x="418829" y="46805"/>
                  </a:cubicBezTo>
                  <a:close/>
                </a:path>
              </a:pathLst>
            </a:custGeom>
            <a:solidFill>
              <a:srgbClr val="38AEB6"/>
            </a:solidFill>
          </p:spPr>
        </p:sp>
        <p:sp>
          <p:nvSpPr>
            <p:cNvPr name="TextBox 28" id="28"/>
            <p:cNvSpPr txBox="true"/>
            <p:nvPr/>
          </p:nvSpPr>
          <p:spPr>
            <a:xfrm>
              <a:off x="127000" y="292100"/>
              <a:ext cx="558800" cy="368300"/>
            </a:xfrm>
            <a:prstGeom prst="rect">
              <a:avLst/>
            </a:prstGeom>
          </p:spPr>
          <p:txBody>
            <a:bodyPr anchor="ctr" rtlCol="false" tIns="50800" lIns="50800" bIns="50800" rIns="50800"/>
            <a:lstStyle/>
            <a:p>
              <a:pPr algn="ctr">
                <a:lnSpc>
                  <a:spcPts val="2756"/>
                </a:lnSpc>
              </a:pPr>
            </a:p>
          </p:txBody>
        </p:sp>
      </p:grpSp>
      <p:sp>
        <p:nvSpPr>
          <p:cNvPr name="TextBox 29" id="29"/>
          <p:cNvSpPr txBox="true"/>
          <p:nvPr/>
        </p:nvSpPr>
        <p:spPr>
          <a:xfrm rot="0">
            <a:off x="1602724"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Gr</a:t>
            </a:r>
            <a:r>
              <a:rPr lang="en-US" b="true" sz="1999">
                <a:solidFill>
                  <a:srgbClr val="FFFFFF"/>
                </a:solidFill>
                <a:latin typeface="Montserrat Ultra-Bold"/>
                <a:ea typeface="Montserrat Ultra-Bold"/>
                <a:cs typeface="Montserrat Ultra-Bold"/>
                <a:sym typeface="Montserrat Ultra-Bold"/>
              </a:rPr>
              <a:t>eat idea</a:t>
            </a:r>
          </a:p>
        </p:txBody>
      </p:sp>
      <p:sp>
        <p:nvSpPr>
          <p:cNvPr name="TextBox 30" id="30"/>
          <p:cNvSpPr txBox="true"/>
          <p:nvPr/>
        </p:nvSpPr>
        <p:spPr>
          <a:xfrm rot="0">
            <a:off x="12911476" y="22333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Excellent idea</a:t>
            </a:r>
          </a:p>
        </p:txBody>
      </p:sp>
      <p:sp>
        <p:nvSpPr>
          <p:cNvPr name="TextBox 31" id="31"/>
          <p:cNvSpPr txBox="true"/>
          <p:nvPr/>
        </p:nvSpPr>
        <p:spPr>
          <a:xfrm rot="0">
            <a:off x="1602724"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Creative idea</a:t>
            </a:r>
          </a:p>
        </p:txBody>
      </p:sp>
      <p:sp>
        <p:nvSpPr>
          <p:cNvPr name="TextBox 32" id="32"/>
          <p:cNvSpPr txBox="true"/>
          <p:nvPr/>
        </p:nvSpPr>
        <p:spPr>
          <a:xfrm rot="0">
            <a:off x="12911476" y="6348180"/>
            <a:ext cx="3367974" cy="330200"/>
          </a:xfrm>
          <a:prstGeom prst="rect">
            <a:avLst/>
          </a:prstGeom>
        </p:spPr>
        <p:txBody>
          <a:bodyPr anchor="t" rtlCol="false" tIns="0" lIns="0" bIns="0" rIns="0">
            <a:spAutoFit/>
          </a:bodyPr>
          <a:lstStyle/>
          <a:p>
            <a:pPr algn="l" marL="0" indent="0" lvl="0">
              <a:lnSpc>
                <a:spcPts val="2799"/>
              </a:lnSpc>
              <a:spcBef>
                <a:spcPct val="0"/>
              </a:spcBef>
            </a:pPr>
            <a:r>
              <a:rPr lang="en-US" b="true" sz="1999">
                <a:solidFill>
                  <a:srgbClr val="FFFFFF"/>
                </a:solidFill>
                <a:latin typeface="Montserrat Ultra-Bold"/>
                <a:ea typeface="Montserrat Ultra-Bold"/>
                <a:cs typeface="Montserrat Ultra-Bold"/>
                <a:sym typeface="Montserrat Ultra-Bold"/>
              </a:rPr>
              <a:t>Simple idea</a:t>
            </a:r>
          </a:p>
        </p:txBody>
      </p:sp>
      <p:sp>
        <p:nvSpPr>
          <p:cNvPr name="TextBox 33" id="33"/>
          <p:cNvSpPr txBox="true"/>
          <p:nvPr/>
        </p:nvSpPr>
        <p:spPr>
          <a:xfrm rot="0">
            <a:off x="1462558"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4" id="34"/>
          <p:cNvSpPr txBox="true"/>
          <p:nvPr/>
        </p:nvSpPr>
        <p:spPr>
          <a:xfrm rot="0">
            <a:off x="12771310" y="28439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5" id="35"/>
          <p:cNvSpPr txBox="true"/>
          <p:nvPr/>
        </p:nvSpPr>
        <p:spPr>
          <a:xfrm rot="0">
            <a:off x="1462558"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6" id="36"/>
          <p:cNvSpPr txBox="true"/>
          <p:nvPr/>
        </p:nvSpPr>
        <p:spPr>
          <a:xfrm rot="0">
            <a:off x="12771310" y="6958721"/>
            <a:ext cx="4054133" cy="2299335"/>
          </a:xfrm>
          <a:prstGeom prst="rect">
            <a:avLst/>
          </a:prstGeom>
        </p:spPr>
        <p:txBody>
          <a:bodyPr anchor="t" rtlCol="false" tIns="0" lIns="0" bIns="0" rIns="0">
            <a:spAutoFit/>
          </a:bodyPr>
          <a:lstStyle/>
          <a:p>
            <a:pPr algn="l" marL="0" indent="0" lvl="0">
              <a:lnSpc>
                <a:spcPts val="2099"/>
              </a:lnSpc>
            </a:pPr>
            <a:r>
              <a:rPr lang="en-US" sz="1399">
                <a:solidFill>
                  <a:srgbClr val="1C1C1A"/>
                </a:solidFill>
                <a:latin typeface="Montserrat"/>
                <a:ea typeface="Montserrat"/>
                <a:cs typeface="Montserrat"/>
                <a:sym typeface="Montserrat"/>
              </a:rPr>
              <a:t>Lorem ipsum dolor sit amet, consectetur adipiscing elit, sed do eiusmod tempor incididunt ut labore et dolore magna aliqua. Porta nibh venenatis cras sed. Magna etiam tempor orci eu lobortis elementum nibh tellus. Lorem ipsum dolor sit amet, consectetur adipiscing elit, sed do eiusmod tempor incididunt ut labore et dolore magna aliqua.</a:t>
            </a:r>
          </a:p>
        </p:txBody>
      </p:sp>
      <p:sp>
        <p:nvSpPr>
          <p:cNvPr name="TextBox 37" id="37"/>
          <p:cNvSpPr txBox="true"/>
          <p:nvPr/>
        </p:nvSpPr>
        <p:spPr>
          <a:xfrm rot="0">
            <a:off x="7400817"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01</a:t>
            </a:r>
          </a:p>
        </p:txBody>
      </p:sp>
      <p:sp>
        <p:nvSpPr>
          <p:cNvPr name="TextBox 38" id="38"/>
          <p:cNvSpPr txBox="true"/>
          <p:nvPr/>
        </p:nvSpPr>
        <p:spPr>
          <a:xfrm rot="0">
            <a:off x="7400817"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03</a:t>
            </a:r>
          </a:p>
        </p:txBody>
      </p:sp>
      <p:sp>
        <p:nvSpPr>
          <p:cNvPr name="TextBox 39" id="39"/>
          <p:cNvSpPr txBox="true"/>
          <p:nvPr/>
        </p:nvSpPr>
        <p:spPr>
          <a:xfrm rot="0">
            <a:off x="10129838" y="3967976"/>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02</a:t>
            </a:r>
          </a:p>
        </p:txBody>
      </p:sp>
      <p:sp>
        <p:nvSpPr>
          <p:cNvPr name="TextBox 40" id="40"/>
          <p:cNvSpPr txBox="true"/>
          <p:nvPr/>
        </p:nvSpPr>
        <p:spPr>
          <a:xfrm rot="0">
            <a:off x="10129838" y="6381852"/>
            <a:ext cx="759319" cy="671195"/>
          </a:xfrm>
          <a:prstGeom prst="rect">
            <a:avLst/>
          </a:prstGeom>
        </p:spPr>
        <p:txBody>
          <a:bodyPr anchor="t" rtlCol="false" tIns="0" lIns="0" bIns="0" rIns="0">
            <a:spAutoFit/>
          </a:bodyPr>
          <a:lstStyle/>
          <a:p>
            <a:pPr algn="ctr" marL="0" indent="0" lvl="1">
              <a:lnSpc>
                <a:spcPts val="5529"/>
              </a:lnSpc>
            </a:pPr>
            <a:r>
              <a:rPr lang="en-US" b="true" sz="3949" spc="165">
                <a:solidFill>
                  <a:srgbClr val="FFFFFF"/>
                </a:solidFill>
                <a:latin typeface="Montserrat Ultra-Bold"/>
                <a:ea typeface="Montserrat Ultra-Bold"/>
                <a:cs typeface="Montserrat Ultra-Bold"/>
                <a:sym typeface="Montserrat Ultra-Bold"/>
              </a:rPr>
              <a:t>04</a:t>
            </a:r>
          </a:p>
        </p:txBody>
      </p:sp>
      <p:sp>
        <p:nvSpPr>
          <p:cNvPr name="TextBox 41" id="41"/>
          <p:cNvSpPr txBox="true"/>
          <p:nvPr/>
        </p:nvSpPr>
        <p:spPr>
          <a:xfrm rot="0">
            <a:off x="5620978" y="679768"/>
            <a:ext cx="7046045" cy="764540"/>
          </a:xfrm>
          <a:prstGeom prst="rect">
            <a:avLst/>
          </a:prstGeom>
        </p:spPr>
        <p:txBody>
          <a:bodyPr anchor="t" rtlCol="false" tIns="0" lIns="0" bIns="0" rIns="0">
            <a:spAutoFit/>
          </a:bodyPr>
          <a:lstStyle/>
          <a:p>
            <a:pPr algn="ctr" marL="0" indent="0" lvl="0">
              <a:lnSpc>
                <a:spcPts val="5829"/>
              </a:lnSpc>
            </a:pPr>
            <a:r>
              <a:rPr lang="en-US" b="true" sz="5499">
                <a:solidFill>
                  <a:srgbClr val="1C1C1A"/>
                </a:solidFill>
                <a:latin typeface="Montserrat Ultra-Bold"/>
                <a:ea typeface="Montserrat Ultra-Bold"/>
                <a:cs typeface="Montserrat Ultra-Bold"/>
                <a:sym typeface="Montserrat Ultra-Bold"/>
              </a:rPr>
              <a:t>Concept map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DAHDAPfe2DE</dc:identifier>
  <dcterms:modified xsi:type="dcterms:W3CDTF">2011-08-01T06:04:30Z</dcterms:modified>
  <cp:revision>1</cp:revision>
</cp:coreProperties>
</file>