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 Bold" charset="1" panose="020B0800040000020004"/>
      <p:regular r:id="rId16"/>
    </p:embeddedFont>
    <p:embeddedFont>
      <p:font typeface="Helvetica" charset="1" panose="020B0504020202020204"/>
      <p:regular r:id="rId17"/>
    </p:embeddedFont>
    <p:embeddedFont>
      <p:font typeface="Helvetica Bold" charset="1" panose="020B0704020202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sv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sv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svg" Type="http://schemas.openxmlformats.org/officeDocument/2006/relationships/image"/><Relationship Id="rId31" Target="../media/image30.png" Type="http://schemas.openxmlformats.org/officeDocument/2006/relationships/image"/><Relationship Id="rId32" Target="../media/image31.svg" Type="http://schemas.openxmlformats.org/officeDocument/2006/relationships/image"/><Relationship Id="rId33" Target="../media/image32.png" Type="http://schemas.openxmlformats.org/officeDocument/2006/relationships/image"/><Relationship Id="rId34" Target="../media/image33.svg" Type="http://schemas.openxmlformats.org/officeDocument/2006/relationships/image"/><Relationship Id="rId35" Target="../media/image34.png" Type="http://schemas.openxmlformats.org/officeDocument/2006/relationships/image"/><Relationship Id="rId36" Target="../media/image35.svg" Type="http://schemas.openxmlformats.org/officeDocument/2006/relationships/image"/><Relationship Id="rId37" Target="../media/image36.png" Type="http://schemas.openxmlformats.org/officeDocument/2006/relationships/image"/><Relationship Id="rId38" Target="../media/image37.svg" Type="http://schemas.openxmlformats.org/officeDocument/2006/relationships/image"/><Relationship Id="rId39" Target="../media/image38.png" Type="http://schemas.openxmlformats.org/officeDocument/2006/relationships/image"/><Relationship Id="rId4" Target="../media/image3.svg" Type="http://schemas.openxmlformats.org/officeDocument/2006/relationships/image"/><Relationship Id="rId40" Target="../media/image3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svg" Type="http://schemas.openxmlformats.org/officeDocument/2006/relationships/image"/><Relationship Id="rId11" Target="../media/image48.png" Type="http://schemas.openxmlformats.org/officeDocument/2006/relationships/image"/><Relationship Id="rId12" Target="../media/image49.svg" Type="http://schemas.openxmlformats.org/officeDocument/2006/relationships/image"/><Relationship Id="rId13" Target="../media/image50.png" Type="http://schemas.openxmlformats.org/officeDocument/2006/relationships/image"/><Relationship Id="rId14" Target="../media/image51.svg" Type="http://schemas.openxmlformats.org/officeDocument/2006/relationships/image"/><Relationship Id="rId15" Target="../media/image52.png" Type="http://schemas.openxmlformats.org/officeDocument/2006/relationships/image"/><Relationship Id="rId16" Target="../media/image53.svg" Type="http://schemas.openxmlformats.org/officeDocument/2006/relationships/image"/><Relationship Id="rId17" Target="../media/image54.png" Type="http://schemas.openxmlformats.org/officeDocument/2006/relationships/image"/><Relationship Id="rId18" Target="../media/image55.svg" Type="http://schemas.openxmlformats.org/officeDocument/2006/relationships/image"/><Relationship Id="rId19" Target="../media/image56.png" Type="http://schemas.openxmlformats.org/officeDocument/2006/relationships/image"/><Relationship Id="rId2" Target="../media/image1.jpeg" Type="http://schemas.openxmlformats.org/officeDocument/2006/relationships/image"/><Relationship Id="rId20" Target="../media/image57.svg" Type="http://schemas.openxmlformats.org/officeDocument/2006/relationships/image"/><Relationship Id="rId21" Target="../media/image58.png" Type="http://schemas.openxmlformats.org/officeDocument/2006/relationships/image"/><Relationship Id="rId22" Target="../media/image59.svg" Type="http://schemas.openxmlformats.org/officeDocument/2006/relationships/image"/><Relationship Id="rId23" Target="../media/image60.png" Type="http://schemas.openxmlformats.org/officeDocument/2006/relationships/image"/><Relationship Id="rId24" Target="../media/image61.svg" Type="http://schemas.openxmlformats.org/officeDocument/2006/relationships/image"/><Relationship Id="rId25" Target="../media/image62.png" Type="http://schemas.openxmlformats.org/officeDocument/2006/relationships/image"/><Relationship Id="rId26" Target="../media/image63.svg" Type="http://schemas.openxmlformats.org/officeDocument/2006/relationships/image"/><Relationship Id="rId27" Target="../media/image64.png" Type="http://schemas.openxmlformats.org/officeDocument/2006/relationships/image"/><Relationship Id="rId28" Target="../media/image65.svg" Type="http://schemas.openxmlformats.org/officeDocument/2006/relationships/image"/><Relationship Id="rId29" Target="../media/image66.png" Type="http://schemas.openxmlformats.org/officeDocument/2006/relationships/image"/><Relationship Id="rId3" Target="../media/image40.png" Type="http://schemas.openxmlformats.org/officeDocument/2006/relationships/image"/><Relationship Id="rId30" Target="../media/image67.svg" Type="http://schemas.openxmlformats.org/officeDocument/2006/relationships/image"/><Relationship Id="rId31" Target="../media/image28.png" Type="http://schemas.openxmlformats.org/officeDocument/2006/relationships/image"/><Relationship Id="rId32" Target="../media/image29.sv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svg" Type="http://schemas.openxmlformats.org/officeDocument/2006/relationships/image"/><Relationship Id="rId11" Target="../media/image74.png" Type="http://schemas.openxmlformats.org/officeDocument/2006/relationships/image"/><Relationship Id="rId12" Target="../media/image75.svg" Type="http://schemas.openxmlformats.org/officeDocument/2006/relationships/image"/><Relationship Id="rId13" Target="../media/image76.png" Type="http://schemas.openxmlformats.org/officeDocument/2006/relationships/image"/><Relationship Id="rId14" Target="../media/image77.svg" Type="http://schemas.openxmlformats.org/officeDocument/2006/relationships/image"/><Relationship Id="rId15" Target="../media/image78.png" Type="http://schemas.openxmlformats.org/officeDocument/2006/relationships/image"/><Relationship Id="rId16" Target="../media/image79.svg" Type="http://schemas.openxmlformats.org/officeDocument/2006/relationships/image"/><Relationship Id="rId17" Target="../media/image80.png" Type="http://schemas.openxmlformats.org/officeDocument/2006/relationships/image"/><Relationship Id="rId18" Target="../media/image81.svg" Type="http://schemas.openxmlformats.org/officeDocument/2006/relationships/image"/><Relationship Id="rId19" Target="../media/image82.png" Type="http://schemas.openxmlformats.org/officeDocument/2006/relationships/image"/><Relationship Id="rId2" Target="../media/image1.jpeg" Type="http://schemas.openxmlformats.org/officeDocument/2006/relationships/image"/><Relationship Id="rId20" Target="../media/image83.svg" Type="http://schemas.openxmlformats.org/officeDocument/2006/relationships/image"/><Relationship Id="rId21" Target="../media/image84.png" Type="http://schemas.openxmlformats.org/officeDocument/2006/relationships/image"/><Relationship Id="rId22" Target="../media/image85.svg" Type="http://schemas.openxmlformats.org/officeDocument/2006/relationships/image"/><Relationship Id="rId23" Target="../media/image86.png" Type="http://schemas.openxmlformats.org/officeDocument/2006/relationships/image"/><Relationship Id="rId24" Target="../media/image87.svg" Type="http://schemas.openxmlformats.org/officeDocument/2006/relationships/image"/><Relationship Id="rId25" Target="../media/image88.png" Type="http://schemas.openxmlformats.org/officeDocument/2006/relationships/image"/><Relationship Id="rId26" Target="../media/image89.svg" Type="http://schemas.openxmlformats.org/officeDocument/2006/relationships/image"/><Relationship Id="rId27" Target="../media/image28.png" Type="http://schemas.openxmlformats.org/officeDocument/2006/relationships/image"/><Relationship Id="rId28" Target="../media/image29.svg" Type="http://schemas.openxmlformats.org/officeDocument/2006/relationships/image"/><Relationship Id="rId29" Target="../media/image90.png" Type="http://schemas.openxmlformats.org/officeDocument/2006/relationships/image"/><Relationship Id="rId3" Target="../media/image2.png" Type="http://schemas.openxmlformats.org/officeDocument/2006/relationships/image"/><Relationship Id="rId30" Target="../media/image91.svg" Type="http://schemas.openxmlformats.org/officeDocument/2006/relationships/image"/><Relationship Id="rId4" Target="../media/image3.svg" Type="http://schemas.openxmlformats.org/officeDocument/2006/relationships/image"/><Relationship Id="rId5" Target="../media/image68.png" Type="http://schemas.openxmlformats.org/officeDocument/2006/relationships/image"/><Relationship Id="rId6" Target="../media/image69.sv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svg" Type="http://schemas.openxmlformats.org/officeDocument/2006/relationships/image"/><Relationship Id="rId11" Target="../media/image100.png" Type="http://schemas.openxmlformats.org/officeDocument/2006/relationships/image"/><Relationship Id="rId12" Target="../media/image101.svg" Type="http://schemas.openxmlformats.org/officeDocument/2006/relationships/image"/><Relationship Id="rId13" Target="../media/image102.png" Type="http://schemas.openxmlformats.org/officeDocument/2006/relationships/image"/><Relationship Id="rId14" Target="../media/image103.svg" Type="http://schemas.openxmlformats.org/officeDocument/2006/relationships/image"/><Relationship Id="rId15" Target="../media/image104.png" Type="http://schemas.openxmlformats.org/officeDocument/2006/relationships/image"/><Relationship Id="rId16" Target="../media/image105.svg" Type="http://schemas.openxmlformats.org/officeDocument/2006/relationships/image"/><Relationship Id="rId17" Target="../media/image106.png" Type="http://schemas.openxmlformats.org/officeDocument/2006/relationships/image"/><Relationship Id="rId18" Target="../media/image107.svg" Type="http://schemas.openxmlformats.org/officeDocument/2006/relationships/image"/><Relationship Id="rId19" Target="../media/image108.png" Type="http://schemas.openxmlformats.org/officeDocument/2006/relationships/image"/><Relationship Id="rId2" Target="../media/image1.jpeg" Type="http://schemas.openxmlformats.org/officeDocument/2006/relationships/image"/><Relationship Id="rId20" Target="../media/image109.svg" Type="http://schemas.openxmlformats.org/officeDocument/2006/relationships/image"/><Relationship Id="rId21" Target="../media/image110.png" Type="http://schemas.openxmlformats.org/officeDocument/2006/relationships/image"/><Relationship Id="rId22" Target="../media/image111.svg" Type="http://schemas.openxmlformats.org/officeDocument/2006/relationships/image"/><Relationship Id="rId23" Target="../media/image112.png" Type="http://schemas.openxmlformats.org/officeDocument/2006/relationships/image"/><Relationship Id="rId24" Target="../media/image113.svg" Type="http://schemas.openxmlformats.org/officeDocument/2006/relationships/image"/><Relationship Id="rId25" Target="../media/image114.png" Type="http://schemas.openxmlformats.org/officeDocument/2006/relationships/image"/><Relationship Id="rId26" Target="../media/image115.svg" Type="http://schemas.openxmlformats.org/officeDocument/2006/relationships/image"/><Relationship Id="rId27" Target="../media/image28.png" Type="http://schemas.openxmlformats.org/officeDocument/2006/relationships/image"/><Relationship Id="rId28" Target="../media/image29.sv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svg" Type="http://schemas.openxmlformats.org/officeDocument/2006/relationships/image"/><Relationship Id="rId11" Target="../media/image124.png" Type="http://schemas.openxmlformats.org/officeDocument/2006/relationships/image"/><Relationship Id="rId12" Target="../media/image125.svg" Type="http://schemas.openxmlformats.org/officeDocument/2006/relationships/image"/><Relationship Id="rId13" Target="../media/image126.png" Type="http://schemas.openxmlformats.org/officeDocument/2006/relationships/image"/><Relationship Id="rId14" Target="../media/image127.svg" Type="http://schemas.openxmlformats.org/officeDocument/2006/relationships/image"/><Relationship Id="rId15" Target="../media/image128.png" Type="http://schemas.openxmlformats.org/officeDocument/2006/relationships/image"/><Relationship Id="rId16" Target="../media/image129.svg" Type="http://schemas.openxmlformats.org/officeDocument/2006/relationships/image"/><Relationship Id="rId17" Target="../media/image130.png" Type="http://schemas.openxmlformats.org/officeDocument/2006/relationships/image"/><Relationship Id="rId18" Target="../media/image131.svg" Type="http://schemas.openxmlformats.org/officeDocument/2006/relationships/image"/><Relationship Id="rId19" Target="../media/image132.png" Type="http://schemas.openxmlformats.org/officeDocument/2006/relationships/image"/><Relationship Id="rId2" Target="../media/image1.jpeg" Type="http://schemas.openxmlformats.org/officeDocument/2006/relationships/image"/><Relationship Id="rId20" Target="../media/image133.svg" Type="http://schemas.openxmlformats.org/officeDocument/2006/relationships/image"/><Relationship Id="rId21" Target="../media/image134.png" Type="http://schemas.openxmlformats.org/officeDocument/2006/relationships/image"/><Relationship Id="rId22" Target="../media/image135.svg" Type="http://schemas.openxmlformats.org/officeDocument/2006/relationships/image"/><Relationship Id="rId23" Target="../media/image136.png" Type="http://schemas.openxmlformats.org/officeDocument/2006/relationships/image"/><Relationship Id="rId24" Target="../media/image137.svg" Type="http://schemas.openxmlformats.org/officeDocument/2006/relationships/image"/><Relationship Id="rId25" Target="../media/image138.png" Type="http://schemas.openxmlformats.org/officeDocument/2006/relationships/image"/><Relationship Id="rId26" Target="../media/image139.svg" Type="http://schemas.openxmlformats.org/officeDocument/2006/relationships/image"/><Relationship Id="rId27" Target="../media/image140.png" Type="http://schemas.openxmlformats.org/officeDocument/2006/relationships/image"/><Relationship Id="rId28" Target="../media/image141.svg" Type="http://schemas.openxmlformats.org/officeDocument/2006/relationships/image"/><Relationship Id="rId29" Target="../media/image142.png" Type="http://schemas.openxmlformats.org/officeDocument/2006/relationships/image"/><Relationship Id="rId3" Target="../media/image116.png" Type="http://schemas.openxmlformats.org/officeDocument/2006/relationships/image"/><Relationship Id="rId30" Target="../media/image143.svg" Type="http://schemas.openxmlformats.org/officeDocument/2006/relationships/image"/><Relationship Id="rId31" Target="../media/image64.png" Type="http://schemas.openxmlformats.org/officeDocument/2006/relationships/image"/><Relationship Id="rId32" Target="../media/image65.svg" Type="http://schemas.openxmlformats.org/officeDocument/2006/relationships/image"/><Relationship Id="rId33" Target="../media/image144.png" Type="http://schemas.openxmlformats.org/officeDocument/2006/relationships/image"/><Relationship Id="rId34" Target="../media/image145.svg" Type="http://schemas.openxmlformats.org/officeDocument/2006/relationships/image"/><Relationship Id="rId35" Target="../media/image28.png" Type="http://schemas.openxmlformats.org/officeDocument/2006/relationships/image"/><Relationship Id="rId36" Target="../media/image29.svg" Type="http://schemas.openxmlformats.org/officeDocument/2006/relationships/image"/><Relationship Id="rId4" Target="../media/image117.svg" Type="http://schemas.openxmlformats.org/officeDocument/2006/relationships/image"/><Relationship Id="rId5" Target="../media/image118.png" Type="http://schemas.openxmlformats.org/officeDocument/2006/relationships/image"/><Relationship Id="rId6" Target="../media/image119.svg" Type="http://schemas.openxmlformats.org/officeDocument/2006/relationships/image"/><Relationship Id="rId7" Target="../media/image120.png" Type="http://schemas.openxmlformats.org/officeDocument/2006/relationships/image"/><Relationship Id="rId8" Target="../media/image121.sv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sv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13" Target="../media/image154.png" Type="http://schemas.openxmlformats.org/officeDocument/2006/relationships/image"/><Relationship Id="rId14" Target="../media/image155.svg" Type="http://schemas.openxmlformats.org/officeDocument/2006/relationships/image"/><Relationship Id="rId15" Target="../media/image156.png" Type="http://schemas.openxmlformats.org/officeDocument/2006/relationships/image"/><Relationship Id="rId16" Target="../media/image157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158.png" Type="http://schemas.openxmlformats.org/officeDocument/2006/relationships/image"/><Relationship Id="rId2" Target="../media/image1.jpeg" Type="http://schemas.openxmlformats.org/officeDocument/2006/relationships/image"/><Relationship Id="rId20" Target="../media/image159.svg" Type="http://schemas.openxmlformats.org/officeDocument/2006/relationships/image"/><Relationship Id="rId21" Target="../media/image160.png" Type="http://schemas.openxmlformats.org/officeDocument/2006/relationships/image"/><Relationship Id="rId22" Target="../media/image161.svg" Type="http://schemas.openxmlformats.org/officeDocument/2006/relationships/image"/><Relationship Id="rId23" Target="../media/image162.png" Type="http://schemas.openxmlformats.org/officeDocument/2006/relationships/image"/><Relationship Id="rId24" Target="../media/image163.svg" Type="http://schemas.openxmlformats.org/officeDocument/2006/relationships/image"/><Relationship Id="rId25" Target="../media/image28.png" Type="http://schemas.openxmlformats.org/officeDocument/2006/relationships/image"/><Relationship Id="rId26" Target="../media/image29.svg" Type="http://schemas.openxmlformats.org/officeDocument/2006/relationships/image"/><Relationship Id="rId3" Target="../media/image146.png" Type="http://schemas.openxmlformats.org/officeDocument/2006/relationships/image"/><Relationship Id="rId4" Target="../media/image147.svg" Type="http://schemas.openxmlformats.org/officeDocument/2006/relationships/image"/><Relationship Id="rId5" Target="../media/image148.png" Type="http://schemas.openxmlformats.org/officeDocument/2006/relationships/image"/><Relationship Id="rId6" Target="../media/image149.svg" Type="http://schemas.openxmlformats.org/officeDocument/2006/relationships/image"/><Relationship Id="rId7" Target="../media/image150.png" Type="http://schemas.openxmlformats.org/officeDocument/2006/relationships/image"/><Relationship Id="rId8" Target="../media/image151.svg" Type="http://schemas.openxmlformats.org/officeDocument/2006/relationships/image"/><Relationship Id="rId9" Target="../media/image15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1.svg" Type="http://schemas.openxmlformats.org/officeDocument/2006/relationships/image"/><Relationship Id="rId11" Target="../media/image172.png" Type="http://schemas.openxmlformats.org/officeDocument/2006/relationships/image"/><Relationship Id="rId12" Target="../media/image173.svg" Type="http://schemas.openxmlformats.org/officeDocument/2006/relationships/image"/><Relationship Id="rId13" Target="../media/image14.png" Type="http://schemas.openxmlformats.org/officeDocument/2006/relationships/image"/><Relationship Id="rId14" Target="../media/image174.sv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svg" Type="http://schemas.openxmlformats.org/officeDocument/2006/relationships/image"/><Relationship Id="rId19" Target="../media/image19.svg" Type="http://schemas.openxmlformats.org/officeDocument/2006/relationships/image"/><Relationship Id="rId2" Target="../media/image1.jpeg" Type="http://schemas.openxmlformats.org/officeDocument/2006/relationships/image"/><Relationship Id="rId20" Target="../media/image175.png" Type="http://schemas.openxmlformats.org/officeDocument/2006/relationships/image"/><Relationship Id="rId21" Target="../media/image176.svg" Type="http://schemas.openxmlformats.org/officeDocument/2006/relationships/image"/><Relationship Id="rId22" Target="../media/image20.png" Type="http://schemas.openxmlformats.org/officeDocument/2006/relationships/image"/><Relationship Id="rId23" Target="../media/image21.svg" Type="http://schemas.openxmlformats.org/officeDocument/2006/relationships/image"/><Relationship Id="rId24" Target="../media/image86.png" Type="http://schemas.openxmlformats.org/officeDocument/2006/relationships/image"/><Relationship Id="rId25" Target="../media/image87.svg" Type="http://schemas.openxmlformats.org/officeDocument/2006/relationships/image"/><Relationship Id="rId26" Target="../media/image177.png" Type="http://schemas.openxmlformats.org/officeDocument/2006/relationships/image"/><Relationship Id="rId27" Target="../media/image178.svg" Type="http://schemas.openxmlformats.org/officeDocument/2006/relationships/image"/><Relationship Id="rId28" Target="../media/image179.png" Type="http://schemas.openxmlformats.org/officeDocument/2006/relationships/image"/><Relationship Id="rId29" Target="../media/image180.svg" Type="http://schemas.openxmlformats.org/officeDocument/2006/relationships/image"/><Relationship Id="rId3" Target="../media/image164.png" Type="http://schemas.openxmlformats.org/officeDocument/2006/relationships/image"/><Relationship Id="rId30" Target="../media/image181.png" Type="http://schemas.openxmlformats.org/officeDocument/2006/relationships/image"/><Relationship Id="rId31" Target="../media/image182.svg" Type="http://schemas.openxmlformats.org/officeDocument/2006/relationships/image"/><Relationship Id="rId32" Target="../media/image80.png" Type="http://schemas.openxmlformats.org/officeDocument/2006/relationships/image"/><Relationship Id="rId33" Target="../media/image81.svg" Type="http://schemas.openxmlformats.org/officeDocument/2006/relationships/image"/><Relationship Id="rId34" Target="../media/image183.png" Type="http://schemas.openxmlformats.org/officeDocument/2006/relationships/image"/><Relationship Id="rId35" Target="../media/image184.svg" Type="http://schemas.openxmlformats.org/officeDocument/2006/relationships/image"/><Relationship Id="rId36" Target="../media/image22.png" Type="http://schemas.openxmlformats.org/officeDocument/2006/relationships/image"/><Relationship Id="rId37" Target="../media/image23.svg" Type="http://schemas.openxmlformats.org/officeDocument/2006/relationships/image"/><Relationship Id="rId38" Target="../media/image185.png" Type="http://schemas.openxmlformats.org/officeDocument/2006/relationships/image"/><Relationship Id="rId39" Target="../media/image186.svg" Type="http://schemas.openxmlformats.org/officeDocument/2006/relationships/image"/><Relationship Id="rId4" Target="../media/image165.svg" Type="http://schemas.openxmlformats.org/officeDocument/2006/relationships/image"/><Relationship Id="rId40" Target="../media/image28.png" Type="http://schemas.openxmlformats.org/officeDocument/2006/relationships/image"/><Relationship Id="rId41" Target="../media/image29.svg" Type="http://schemas.openxmlformats.org/officeDocument/2006/relationships/image"/><Relationship Id="rId5" Target="../media/image166.png" Type="http://schemas.openxmlformats.org/officeDocument/2006/relationships/image"/><Relationship Id="rId6" Target="../media/image167.svg" Type="http://schemas.openxmlformats.org/officeDocument/2006/relationships/image"/><Relationship Id="rId7" Target="../media/image168.png" Type="http://schemas.openxmlformats.org/officeDocument/2006/relationships/image"/><Relationship Id="rId8" Target="../media/image169.svg" Type="http://schemas.openxmlformats.org/officeDocument/2006/relationships/image"/><Relationship Id="rId9" Target="../media/image17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4.svg" Type="http://schemas.openxmlformats.org/officeDocument/2006/relationships/image"/><Relationship Id="rId11" Target="../media/image195.png" Type="http://schemas.openxmlformats.org/officeDocument/2006/relationships/image"/><Relationship Id="rId12" Target="../media/image196.svg" Type="http://schemas.openxmlformats.org/officeDocument/2006/relationships/image"/><Relationship Id="rId13" Target="../media/image197.png" Type="http://schemas.openxmlformats.org/officeDocument/2006/relationships/image"/><Relationship Id="rId14" Target="../media/image198.svg" Type="http://schemas.openxmlformats.org/officeDocument/2006/relationships/image"/><Relationship Id="rId15" Target="../media/image199.png" Type="http://schemas.openxmlformats.org/officeDocument/2006/relationships/image"/><Relationship Id="rId16" Target="../media/image200.svg" Type="http://schemas.openxmlformats.org/officeDocument/2006/relationships/image"/><Relationship Id="rId17" Target="../media/image201.png" Type="http://schemas.openxmlformats.org/officeDocument/2006/relationships/image"/><Relationship Id="rId18" Target="../media/image202.svg" Type="http://schemas.openxmlformats.org/officeDocument/2006/relationships/image"/><Relationship Id="rId19" Target="../media/image54.png" Type="http://schemas.openxmlformats.org/officeDocument/2006/relationships/image"/><Relationship Id="rId2" Target="../media/image1.jpeg" Type="http://schemas.openxmlformats.org/officeDocument/2006/relationships/image"/><Relationship Id="rId20" Target="../media/image55.svg" Type="http://schemas.openxmlformats.org/officeDocument/2006/relationships/image"/><Relationship Id="rId21" Target="../media/image60.png" Type="http://schemas.openxmlformats.org/officeDocument/2006/relationships/image"/><Relationship Id="rId22" Target="../media/image61.svg" Type="http://schemas.openxmlformats.org/officeDocument/2006/relationships/image"/><Relationship Id="rId23" Target="../media/image203.png" Type="http://schemas.openxmlformats.org/officeDocument/2006/relationships/image"/><Relationship Id="rId24" Target="../media/image204.svg" Type="http://schemas.openxmlformats.org/officeDocument/2006/relationships/image"/><Relationship Id="rId25" Target="../media/image62.png" Type="http://schemas.openxmlformats.org/officeDocument/2006/relationships/image"/><Relationship Id="rId26" Target="../media/image63.svg" Type="http://schemas.openxmlformats.org/officeDocument/2006/relationships/image"/><Relationship Id="rId27" Target="../media/image24.png" Type="http://schemas.openxmlformats.org/officeDocument/2006/relationships/image"/><Relationship Id="rId28" Target="../media/image25.svg" Type="http://schemas.openxmlformats.org/officeDocument/2006/relationships/image"/><Relationship Id="rId29" Target="../media/image205.png" Type="http://schemas.openxmlformats.org/officeDocument/2006/relationships/image"/><Relationship Id="rId3" Target="../media/image187.png" Type="http://schemas.openxmlformats.org/officeDocument/2006/relationships/image"/><Relationship Id="rId30" Target="../media/image206.svg" Type="http://schemas.openxmlformats.org/officeDocument/2006/relationships/image"/><Relationship Id="rId31" Target="../media/image207.png" Type="http://schemas.openxmlformats.org/officeDocument/2006/relationships/image"/><Relationship Id="rId32" Target="../media/image208.svg" Type="http://schemas.openxmlformats.org/officeDocument/2006/relationships/image"/><Relationship Id="rId33" Target="../media/image28.png" Type="http://schemas.openxmlformats.org/officeDocument/2006/relationships/image"/><Relationship Id="rId34" Target="../media/image29.svg" Type="http://schemas.openxmlformats.org/officeDocument/2006/relationships/image"/><Relationship Id="rId4" Target="../media/image188.svg" Type="http://schemas.openxmlformats.org/officeDocument/2006/relationships/image"/><Relationship Id="rId5" Target="../media/image189.png" Type="http://schemas.openxmlformats.org/officeDocument/2006/relationships/image"/><Relationship Id="rId6" Target="../media/image190.svg" Type="http://schemas.openxmlformats.org/officeDocument/2006/relationships/image"/><Relationship Id="rId7" Target="../media/image191.png" Type="http://schemas.openxmlformats.org/officeDocument/2006/relationships/image"/><Relationship Id="rId8" Target="../media/image192.svg" Type="http://schemas.openxmlformats.org/officeDocument/2006/relationships/image"/><Relationship Id="rId9" Target="../media/image19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11" Target="../media/image213.png" Type="http://schemas.openxmlformats.org/officeDocument/2006/relationships/image"/><Relationship Id="rId12" Target="../media/image214.svg" Type="http://schemas.openxmlformats.org/officeDocument/2006/relationships/image"/><Relationship Id="rId13" Target="../media/image60.png" Type="http://schemas.openxmlformats.org/officeDocument/2006/relationships/image"/><Relationship Id="rId14" Target="../media/image61.svg" Type="http://schemas.openxmlformats.org/officeDocument/2006/relationships/image"/><Relationship Id="rId15" Target="../media/image215.png" Type="http://schemas.openxmlformats.org/officeDocument/2006/relationships/image"/><Relationship Id="rId16" Target="../media/image216.svg" Type="http://schemas.openxmlformats.org/officeDocument/2006/relationships/image"/><Relationship Id="rId17" Target="../media/image160.png" Type="http://schemas.openxmlformats.org/officeDocument/2006/relationships/image"/><Relationship Id="rId18" Target="../media/image161.svg" Type="http://schemas.openxmlformats.org/officeDocument/2006/relationships/image"/><Relationship Id="rId19" Target="../media/image28.png" Type="http://schemas.openxmlformats.org/officeDocument/2006/relationships/image"/><Relationship Id="rId2" Target="../media/image1.jpeg" Type="http://schemas.openxmlformats.org/officeDocument/2006/relationships/image"/><Relationship Id="rId20" Target="../media/image29.svg" Type="http://schemas.openxmlformats.org/officeDocument/2006/relationships/image"/><Relationship Id="rId3" Target="../media/image209.png" Type="http://schemas.openxmlformats.org/officeDocument/2006/relationships/image"/><Relationship Id="rId4" Target="../media/image210.svg" Type="http://schemas.openxmlformats.org/officeDocument/2006/relationships/image"/><Relationship Id="rId5" Target="../media/image62.png" Type="http://schemas.openxmlformats.org/officeDocument/2006/relationships/image"/><Relationship Id="rId6" Target="../media/image63.svg" Type="http://schemas.openxmlformats.org/officeDocument/2006/relationships/image"/><Relationship Id="rId7" Target="../media/image211.png" Type="http://schemas.openxmlformats.org/officeDocument/2006/relationships/image"/><Relationship Id="rId8" Target="../media/image212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4.svg" Type="http://schemas.openxmlformats.org/officeDocument/2006/relationships/image"/><Relationship Id="rId11" Target="../media/image225.png" Type="http://schemas.openxmlformats.org/officeDocument/2006/relationships/image"/><Relationship Id="rId12" Target="../media/image226.svg" Type="http://schemas.openxmlformats.org/officeDocument/2006/relationships/image"/><Relationship Id="rId13" Target="../media/image227.png" Type="http://schemas.openxmlformats.org/officeDocument/2006/relationships/image"/><Relationship Id="rId14" Target="../media/image228.svg" Type="http://schemas.openxmlformats.org/officeDocument/2006/relationships/image"/><Relationship Id="rId15" Target="../media/image158.png" Type="http://schemas.openxmlformats.org/officeDocument/2006/relationships/image"/><Relationship Id="rId16" Target="../media/image159.svg" Type="http://schemas.openxmlformats.org/officeDocument/2006/relationships/image"/><Relationship Id="rId17" Target="../media/image213.png" Type="http://schemas.openxmlformats.org/officeDocument/2006/relationships/image"/><Relationship Id="rId18" Target="../media/image214.svg" Type="http://schemas.openxmlformats.org/officeDocument/2006/relationships/image"/><Relationship Id="rId19" Target="../media/image211.png" Type="http://schemas.openxmlformats.org/officeDocument/2006/relationships/image"/><Relationship Id="rId2" Target="../media/image1.jpeg" Type="http://schemas.openxmlformats.org/officeDocument/2006/relationships/image"/><Relationship Id="rId20" Target="../media/image212.svg" Type="http://schemas.openxmlformats.org/officeDocument/2006/relationships/image"/><Relationship Id="rId21" Target="../media/image229.png" Type="http://schemas.openxmlformats.org/officeDocument/2006/relationships/image"/><Relationship Id="rId22" Target="../media/image230.svg" Type="http://schemas.openxmlformats.org/officeDocument/2006/relationships/image"/><Relationship Id="rId23" Target="../media/image231.png" Type="http://schemas.openxmlformats.org/officeDocument/2006/relationships/image"/><Relationship Id="rId24" Target="../media/image232.svg" Type="http://schemas.openxmlformats.org/officeDocument/2006/relationships/image"/><Relationship Id="rId25" Target="../media/image114.png" Type="http://schemas.openxmlformats.org/officeDocument/2006/relationships/image"/><Relationship Id="rId26" Target="../media/image115.svg" Type="http://schemas.openxmlformats.org/officeDocument/2006/relationships/image"/><Relationship Id="rId27" Target="../media/image28.png" Type="http://schemas.openxmlformats.org/officeDocument/2006/relationships/image"/><Relationship Id="rId28" Target="../media/image29.svg" Type="http://schemas.openxmlformats.org/officeDocument/2006/relationships/image"/><Relationship Id="rId3" Target="../media/image217.png" Type="http://schemas.openxmlformats.org/officeDocument/2006/relationships/image"/><Relationship Id="rId4" Target="../media/image218.svg" Type="http://schemas.openxmlformats.org/officeDocument/2006/relationships/image"/><Relationship Id="rId5" Target="../media/image219.png" Type="http://schemas.openxmlformats.org/officeDocument/2006/relationships/image"/><Relationship Id="rId6" Target="../media/image220.svg" Type="http://schemas.openxmlformats.org/officeDocument/2006/relationships/image"/><Relationship Id="rId7" Target="../media/image221.png" Type="http://schemas.openxmlformats.org/officeDocument/2006/relationships/image"/><Relationship Id="rId8" Target="../media/image222.svg" Type="http://schemas.openxmlformats.org/officeDocument/2006/relationships/image"/><Relationship Id="rId9" Target="../media/image2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9677" y="3742159"/>
            <a:ext cx="16408646" cy="47625"/>
            <a:chOff x="0" y="0"/>
            <a:chExt cx="4321619" cy="125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1619" cy="12543"/>
            </a:xfrm>
            <a:custGeom>
              <a:avLst/>
              <a:gdLst/>
              <a:ahLst/>
              <a:cxnLst/>
              <a:rect r="r" b="b" t="t" l="l"/>
              <a:pathLst>
                <a:path h="12543" w="4321619">
                  <a:moveTo>
                    <a:pt x="0" y="0"/>
                  </a:moveTo>
                  <a:lnTo>
                    <a:pt x="4321619" y="0"/>
                  </a:lnTo>
                  <a:lnTo>
                    <a:pt x="4321619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B37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321619" cy="6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9677" y="4872088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C9EE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270313" y="4872088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CCCA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0950" y="4872088"/>
            <a:ext cx="3086100" cy="30861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1D88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31587" y="4872088"/>
            <a:ext cx="3086100" cy="30861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DCA5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62223" y="4872088"/>
            <a:ext cx="3086100" cy="30861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EA546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2348749" y="8069708"/>
            <a:ext cx="266700" cy="43661"/>
          </a:xfrm>
          <a:custGeom>
            <a:avLst/>
            <a:gdLst/>
            <a:ahLst/>
            <a:cxnLst/>
            <a:rect r="r" b="b" t="t" l="l"/>
            <a:pathLst>
              <a:path h="43661" w="266700">
                <a:moveTo>
                  <a:pt x="0" y="0"/>
                </a:moveTo>
                <a:lnTo>
                  <a:pt x="266700" y="0"/>
                </a:lnTo>
                <a:lnTo>
                  <a:pt x="266700" y="43661"/>
                </a:lnTo>
                <a:lnTo>
                  <a:pt x="0" y="43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077" t="0" r="-275787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5680013" y="8069708"/>
            <a:ext cx="266700" cy="43661"/>
          </a:xfrm>
          <a:custGeom>
            <a:avLst/>
            <a:gdLst/>
            <a:ahLst/>
            <a:cxnLst/>
            <a:rect r="r" b="b" t="t" l="l"/>
            <a:pathLst>
              <a:path h="43661" w="266700">
                <a:moveTo>
                  <a:pt x="0" y="0"/>
                </a:moveTo>
                <a:lnTo>
                  <a:pt x="266700" y="0"/>
                </a:lnTo>
                <a:lnTo>
                  <a:pt x="266700" y="43661"/>
                </a:lnTo>
                <a:lnTo>
                  <a:pt x="0" y="43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077" t="0" r="-275787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9010650" y="8069708"/>
            <a:ext cx="266700" cy="43661"/>
          </a:xfrm>
          <a:custGeom>
            <a:avLst/>
            <a:gdLst/>
            <a:ahLst/>
            <a:cxnLst/>
            <a:rect r="r" b="b" t="t" l="l"/>
            <a:pathLst>
              <a:path h="43661" w="266700">
                <a:moveTo>
                  <a:pt x="0" y="0"/>
                </a:moveTo>
                <a:lnTo>
                  <a:pt x="266700" y="0"/>
                </a:lnTo>
                <a:lnTo>
                  <a:pt x="266700" y="43661"/>
                </a:lnTo>
                <a:lnTo>
                  <a:pt x="0" y="43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077" t="0" r="-275787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2341287" y="8069708"/>
            <a:ext cx="266700" cy="43661"/>
          </a:xfrm>
          <a:custGeom>
            <a:avLst/>
            <a:gdLst/>
            <a:ahLst/>
            <a:cxnLst/>
            <a:rect r="r" b="b" t="t" l="l"/>
            <a:pathLst>
              <a:path h="43661" w="266700">
                <a:moveTo>
                  <a:pt x="0" y="0"/>
                </a:moveTo>
                <a:lnTo>
                  <a:pt x="266700" y="0"/>
                </a:lnTo>
                <a:lnTo>
                  <a:pt x="266700" y="43661"/>
                </a:lnTo>
                <a:lnTo>
                  <a:pt x="0" y="43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077" t="0" r="-275787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671923" y="8069708"/>
            <a:ext cx="266700" cy="43661"/>
          </a:xfrm>
          <a:custGeom>
            <a:avLst/>
            <a:gdLst/>
            <a:ahLst/>
            <a:cxnLst/>
            <a:rect r="r" b="b" t="t" l="l"/>
            <a:pathLst>
              <a:path h="43661" w="266700">
                <a:moveTo>
                  <a:pt x="0" y="0"/>
                </a:moveTo>
                <a:lnTo>
                  <a:pt x="266700" y="0"/>
                </a:lnTo>
                <a:lnTo>
                  <a:pt x="266700" y="43661"/>
                </a:lnTo>
                <a:lnTo>
                  <a:pt x="0" y="436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077" t="0" r="-275787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386831" y="3035586"/>
            <a:ext cx="2191791" cy="1873981"/>
          </a:xfrm>
          <a:custGeom>
            <a:avLst/>
            <a:gdLst/>
            <a:ahLst/>
            <a:cxnLst/>
            <a:rect r="r" b="b" t="t" l="l"/>
            <a:pathLst>
              <a:path h="1873981" w="2191791">
                <a:moveTo>
                  <a:pt x="0" y="0"/>
                </a:moveTo>
                <a:lnTo>
                  <a:pt x="2191792" y="0"/>
                </a:lnTo>
                <a:lnTo>
                  <a:pt x="2191792" y="1873981"/>
                </a:lnTo>
                <a:lnTo>
                  <a:pt x="0" y="1873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5400000">
            <a:off x="4717468" y="3035586"/>
            <a:ext cx="2191791" cy="1873981"/>
          </a:xfrm>
          <a:custGeom>
            <a:avLst/>
            <a:gdLst/>
            <a:ahLst/>
            <a:cxnLst/>
            <a:rect r="r" b="b" t="t" l="l"/>
            <a:pathLst>
              <a:path h="1873981" w="2191791">
                <a:moveTo>
                  <a:pt x="0" y="0"/>
                </a:moveTo>
                <a:lnTo>
                  <a:pt x="2191791" y="0"/>
                </a:lnTo>
                <a:lnTo>
                  <a:pt x="2191791" y="1873981"/>
                </a:lnTo>
                <a:lnTo>
                  <a:pt x="0" y="18739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8048104" y="3035586"/>
            <a:ext cx="2191791" cy="1873981"/>
          </a:xfrm>
          <a:custGeom>
            <a:avLst/>
            <a:gdLst/>
            <a:ahLst/>
            <a:cxnLst/>
            <a:rect r="r" b="b" t="t" l="l"/>
            <a:pathLst>
              <a:path h="1873981" w="2191791">
                <a:moveTo>
                  <a:pt x="0" y="0"/>
                </a:moveTo>
                <a:lnTo>
                  <a:pt x="2191792" y="0"/>
                </a:lnTo>
                <a:lnTo>
                  <a:pt x="2191792" y="1873981"/>
                </a:lnTo>
                <a:lnTo>
                  <a:pt x="0" y="18739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1378741" y="3035586"/>
            <a:ext cx="2191791" cy="1873981"/>
          </a:xfrm>
          <a:custGeom>
            <a:avLst/>
            <a:gdLst/>
            <a:ahLst/>
            <a:cxnLst/>
            <a:rect r="r" b="b" t="t" l="l"/>
            <a:pathLst>
              <a:path h="1873981" w="2191791">
                <a:moveTo>
                  <a:pt x="0" y="0"/>
                </a:moveTo>
                <a:lnTo>
                  <a:pt x="2191791" y="0"/>
                </a:lnTo>
                <a:lnTo>
                  <a:pt x="2191791" y="1873981"/>
                </a:lnTo>
                <a:lnTo>
                  <a:pt x="0" y="18739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4709377" y="3035586"/>
            <a:ext cx="2191791" cy="1873981"/>
          </a:xfrm>
          <a:custGeom>
            <a:avLst/>
            <a:gdLst/>
            <a:ahLst/>
            <a:cxnLst/>
            <a:rect r="r" b="b" t="t" l="l"/>
            <a:pathLst>
              <a:path h="1873981" w="2191791">
                <a:moveTo>
                  <a:pt x="0" y="0"/>
                </a:moveTo>
                <a:lnTo>
                  <a:pt x="2191792" y="0"/>
                </a:lnTo>
                <a:lnTo>
                  <a:pt x="2191792" y="1873981"/>
                </a:lnTo>
                <a:lnTo>
                  <a:pt x="0" y="18739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067346" y="3063639"/>
            <a:ext cx="1827495" cy="1827495"/>
          </a:xfrm>
          <a:custGeom>
            <a:avLst/>
            <a:gdLst/>
            <a:ahLst/>
            <a:cxnLst/>
            <a:rect r="r" b="b" t="t" l="l"/>
            <a:pathLst>
              <a:path h="1827495" w="1827495">
                <a:moveTo>
                  <a:pt x="0" y="0"/>
                </a:moveTo>
                <a:lnTo>
                  <a:pt x="1827495" y="0"/>
                </a:lnTo>
                <a:lnTo>
                  <a:pt x="1827495" y="1827495"/>
                </a:lnTo>
                <a:lnTo>
                  <a:pt x="0" y="18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75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1736710" y="3063639"/>
            <a:ext cx="1827495" cy="1827495"/>
          </a:xfrm>
          <a:custGeom>
            <a:avLst/>
            <a:gdLst/>
            <a:ahLst/>
            <a:cxnLst/>
            <a:rect r="r" b="b" t="t" l="l"/>
            <a:pathLst>
              <a:path h="1827495" w="1827495">
                <a:moveTo>
                  <a:pt x="0" y="0"/>
                </a:moveTo>
                <a:lnTo>
                  <a:pt x="1827495" y="0"/>
                </a:lnTo>
                <a:lnTo>
                  <a:pt x="1827495" y="1827495"/>
                </a:lnTo>
                <a:lnTo>
                  <a:pt x="0" y="18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75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8406073" y="3063639"/>
            <a:ext cx="1827495" cy="1827495"/>
          </a:xfrm>
          <a:custGeom>
            <a:avLst/>
            <a:gdLst/>
            <a:ahLst/>
            <a:cxnLst/>
            <a:rect r="r" b="b" t="t" l="l"/>
            <a:pathLst>
              <a:path h="1827495" w="1827495">
                <a:moveTo>
                  <a:pt x="0" y="0"/>
                </a:moveTo>
                <a:lnTo>
                  <a:pt x="1827495" y="0"/>
                </a:lnTo>
                <a:lnTo>
                  <a:pt x="1827495" y="1827495"/>
                </a:lnTo>
                <a:lnTo>
                  <a:pt x="0" y="18274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75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744800" y="3098411"/>
            <a:ext cx="1827495" cy="1827495"/>
          </a:xfrm>
          <a:custGeom>
            <a:avLst/>
            <a:gdLst/>
            <a:ahLst/>
            <a:cxnLst/>
            <a:rect r="r" b="b" t="t" l="l"/>
            <a:pathLst>
              <a:path h="1827495" w="1827495">
                <a:moveTo>
                  <a:pt x="0" y="0"/>
                </a:moveTo>
                <a:lnTo>
                  <a:pt x="1827495" y="0"/>
                </a:lnTo>
                <a:lnTo>
                  <a:pt x="1827495" y="1827494"/>
                </a:lnTo>
                <a:lnTo>
                  <a:pt x="0" y="182749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75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5075437" y="3063639"/>
            <a:ext cx="1827538" cy="1827538"/>
          </a:xfrm>
          <a:custGeom>
            <a:avLst/>
            <a:gdLst/>
            <a:ahLst/>
            <a:cxnLst/>
            <a:rect r="r" b="b" t="t" l="l"/>
            <a:pathLst>
              <a:path h="1827538" w="1827538">
                <a:moveTo>
                  <a:pt x="0" y="0"/>
                </a:moveTo>
                <a:lnTo>
                  <a:pt x="1827538" y="0"/>
                </a:lnTo>
                <a:lnTo>
                  <a:pt x="1827538" y="1827538"/>
                </a:lnTo>
                <a:lnTo>
                  <a:pt x="0" y="182753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75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6" id="36"/>
          <p:cNvGrpSpPr/>
          <p:nvPr/>
        </p:nvGrpSpPr>
        <p:grpSpPr>
          <a:xfrm rot="0">
            <a:off x="8406073" y="3063639"/>
            <a:ext cx="1475853" cy="1475853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736710" y="3063639"/>
            <a:ext cx="1475853" cy="147585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067346" y="3063639"/>
            <a:ext cx="1475853" cy="147585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44800" y="3063639"/>
            <a:ext cx="1475853" cy="147585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075437" y="3063639"/>
            <a:ext cx="1475853" cy="147585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23413" y="8224888"/>
            <a:ext cx="2654551" cy="739366"/>
            <a:chOff x="0" y="0"/>
            <a:chExt cx="699141" cy="1947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9141" cy="194730"/>
            </a:xfrm>
            <a:custGeom>
              <a:avLst/>
              <a:gdLst/>
              <a:ahLst/>
              <a:cxnLst/>
              <a:rect r="r" b="b" t="t" l="l"/>
              <a:pathLst>
                <a:path h="194730" w="699141">
                  <a:moveTo>
                    <a:pt x="97365" y="0"/>
                  </a:moveTo>
                  <a:lnTo>
                    <a:pt x="601776" y="0"/>
                  </a:lnTo>
                  <a:cubicBezTo>
                    <a:pt x="655549" y="0"/>
                    <a:pt x="699141" y="43592"/>
                    <a:pt x="699141" y="97365"/>
                  </a:cubicBezTo>
                  <a:lnTo>
                    <a:pt x="699141" y="97365"/>
                  </a:lnTo>
                  <a:cubicBezTo>
                    <a:pt x="699141" y="151138"/>
                    <a:pt x="655549" y="194730"/>
                    <a:pt x="601776" y="194730"/>
                  </a:cubicBezTo>
                  <a:lnTo>
                    <a:pt x="97365" y="194730"/>
                  </a:lnTo>
                  <a:cubicBezTo>
                    <a:pt x="43592" y="194730"/>
                    <a:pt x="0" y="151138"/>
                    <a:pt x="0" y="97365"/>
                  </a:cubicBezTo>
                  <a:lnTo>
                    <a:pt x="0" y="97365"/>
                  </a:lnTo>
                  <a:cubicBezTo>
                    <a:pt x="0" y="43592"/>
                    <a:pt x="43592" y="0"/>
                    <a:pt x="97365" y="0"/>
                  </a:cubicBez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99141" cy="24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486088" y="8224888"/>
            <a:ext cx="2654551" cy="739366"/>
            <a:chOff x="0" y="0"/>
            <a:chExt cx="699141" cy="1947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99141" cy="194730"/>
            </a:xfrm>
            <a:custGeom>
              <a:avLst/>
              <a:gdLst/>
              <a:ahLst/>
              <a:cxnLst/>
              <a:rect r="r" b="b" t="t" l="l"/>
              <a:pathLst>
                <a:path h="194730" w="699141">
                  <a:moveTo>
                    <a:pt x="97365" y="0"/>
                  </a:moveTo>
                  <a:lnTo>
                    <a:pt x="601776" y="0"/>
                  </a:lnTo>
                  <a:cubicBezTo>
                    <a:pt x="655549" y="0"/>
                    <a:pt x="699141" y="43592"/>
                    <a:pt x="699141" y="97365"/>
                  </a:cubicBezTo>
                  <a:lnTo>
                    <a:pt x="699141" y="97365"/>
                  </a:lnTo>
                  <a:cubicBezTo>
                    <a:pt x="699141" y="151138"/>
                    <a:pt x="655549" y="194730"/>
                    <a:pt x="601776" y="194730"/>
                  </a:cubicBezTo>
                  <a:lnTo>
                    <a:pt x="97365" y="194730"/>
                  </a:lnTo>
                  <a:cubicBezTo>
                    <a:pt x="43592" y="194730"/>
                    <a:pt x="0" y="151138"/>
                    <a:pt x="0" y="97365"/>
                  </a:cubicBezTo>
                  <a:lnTo>
                    <a:pt x="0" y="97365"/>
                  </a:lnTo>
                  <a:cubicBezTo>
                    <a:pt x="0" y="43592"/>
                    <a:pt x="43592" y="0"/>
                    <a:pt x="97365" y="0"/>
                  </a:cubicBez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99141" cy="24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848763" y="8224888"/>
            <a:ext cx="2654551" cy="739366"/>
            <a:chOff x="0" y="0"/>
            <a:chExt cx="699141" cy="19473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9141" cy="194730"/>
            </a:xfrm>
            <a:custGeom>
              <a:avLst/>
              <a:gdLst/>
              <a:ahLst/>
              <a:cxnLst/>
              <a:rect r="r" b="b" t="t" l="l"/>
              <a:pathLst>
                <a:path h="194730" w="699141">
                  <a:moveTo>
                    <a:pt x="97365" y="0"/>
                  </a:moveTo>
                  <a:lnTo>
                    <a:pt x="601776" y="0"/>
                  </a:lnTo>
                  <a:cubicBezTo>
                    <a:pt x="655549" y="0"/>
                    <a:pt x="699141" y="43592"/>
                    <a:pt x="699141" y="97365"/>
                  </a:cubicBezTo>
                  <a:lnTo>
                    <a:pt x="699141" y="97365"/>
                  </a:lnTo>
                  <a:cubicBezTo>
                    <a:pt x="699141" y="151138"/>
                    <a:pt x="655549" y="194730"/>
                    <a:pt x="601776" y="194730"/>
                  </a:cubicBezTo>
                  <a:lnTo>
                    <a:pt x="97365" y="194730"/>
                  </a:lnTo>
                  <a:cubicBezTo>
                    <a:pt x="43592" y="194730"/>
                    <a:pt x="0" y="151138"/>
                    <a:pt x="0" y="97365"/>
                  </a:cubicBezTo>
                  <a:lnTo>
                    <a:pt x="0" y="97365"/>
                  </a:lnTo>
                  <a:cubicBezTo>
                    <a:pt x="0" y="43592"/>
                    <a:pt x="43592" y="0"/>
                    <a:pt x="97365" y="0"/>
                  </a:cubicBez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99141" cy="24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211437" y="8224888"/>
            <a:ext cx="2654551" cy="739366"/>
            <a:chOff x="0" y="0"/>
            <a:chExt cx="699141" cy="1947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9141" cy="194730"/>
            </a:xfrm>
            <a:custGeom>
              <a:avLst/>
              <a:gdLst/>
              <a:ahLst/>
              <a:cxnLst/>
              <a:rect r="r" b="b" t="t" l="l"/>
              <a:pathLst>
                <a:path h="194730" w="699141">
                  <a:moveTo>
                    <a:pt x="97365" y="0"/>
                  </a:moveTo>
                  <a:lnTo>
                    <a:pt x="601776" y="0"/>
                  </a:lnTo>
                  <a:cubicBezTo>
                    <a:pt x="655549" y="0"/>
                    <a:pt x="699141" y="43592"/>
                    <a:pt x="699141" y="97365"/>
                  </a:cubicBezTo>
                  <a:lnTo>
                    <a:pt x="699141" y="97365"/>
                  </a:lnTo>
                  <a:cubicBezTo>
                    <a:pt x="699141" y="151138"/>
                    <a:pt x="655549" y="194730"/>
                    <a:pt x="601776" y="194730"/>
                  </a:cubicBezTo>
                  <a:lnTo>
                    <a:pt x="97365" y="194730"/>
                  </a:lnTo>
                  <a:cubicBezTo>
                    <a:pt x="43592" y="194730"/>
                    <a:pt x="0" y="151138"/>
                    <a:pt x="0" y="97365"/>
                  </a:cubicBezTo>
                  <a:lnTo>
                    <a:pt x="0" y="97365"/>
                  </a:lnTo>
                  <a:cubicBezTo>
                    <a:pt x="0" y="43592"/>
                    <a:pt x="43592" y="0"/>
                    <a:pt x="97365" y="0"/>
                  </a:cubicBezTo>
                  <a:close/>
                </a:path>
              </a:pathLst>
            </a:custGeom>
            <a:solidFill>
              <a:srgbClr val="FDCA5E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99141" cy="24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574112" y="8224888"/>
            <a:ext cx="2654551" cy="739366"/>
            <a:chOff x="0" y="0"/>
            <a:chExt cx="699141" cy="1947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99141" cy="194730"/>
            </a:xfrm>
            <a:custGeom>
              <a:avLst/>
              <a:gdLst/>
              <a:ahLst/>
              <a:cxnLst/>
              <a:rect r="r" b="b" t="t" l="l"/>
              <a:pathLst>
                <a:path h="194730" w="699141">
                  <a:moveTo>
                    <a:pt x="97365" y="0"/>
                  </a:moveTo>
                  <a:lnTo>
                    <a:pt x="601776" y="0"/>
                  </a:lnTo>
                  <a:cubicBezTo>
                    <a:pt x="655549" y="0"/>
                    <a:pt x="699141" y="43592"/>
                    <a:pt x="699141" y="97365"/>
                  </a:cubicBezTo>
                  <a:lnTo>
                    <a:pt x="699141" y="97365"/>
                  </a:lnTo>
                  <a:cubicBezTo>
                    <a:pt x="699141" y="151138"/>
                    <a:pt x="655549" y="194730"/>
                    <a:pt x="601776" y="194730"/>
                  </a:cubicBezTo>
                  <a:lnTo>
                    <a:pt x="97365" y="194730"/>
                  </a:lnTo>
                  <a:cubicBezTo>
                    <a:pt x="43592" y="194730"/>
                    <a:pt x="0" y="151138"/>
                    <a:pt x="0" y="97365"/>
                  </a:cubicBezTo>
                  <a:lnTo>
                    <a:pt x="0" y="97365"/>
                  </a:lnTo>
                  <a:cubicBezTo>
                    <a:pt x="0" y="43592"/>
                    <a:pt x="43592" y="0"/>
                    <a:pt x="97365" y="0"/>
                  </a:cubicBezTo>
                  <a:close/>
                </a:path>
              </a:pathLst>
            </a:custGeom>
            <a:solidFill>
              <a:srgbClr val="EA5462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699141" cy="242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5502662" y="-1074216"/>
            <a:ext cx="1756638" cy="1999019"/>
          </a:xfrm>
          <a:custGeom>
            <a:avLst/>
            <a:gdLst/>
            <a:ahLst/>
            <a:cxnLst/>
            <a:rect r="r" b="b" t="t" l="l"/>
            <a:pathLst>
              <a:path h="1999019" w="1756638">
                <a:moveTo>
                  <a:pt x="0" y="0"/>
                </a:moveTo>
                <a:lnTo>
                  <a:pt x="1756638" y="0"/>
                </a:lnTo>
                <a:lnTo>
                  <a:pt x="1756638" y="1999019"/>
                </a:lnTo>
                <a:lnTo>
                  <a:pt x="0" y="199901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5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7" id="67"/>
          <p:cNvSpPr/>
          <p:nvPr/>
        </p:nvSpPr>
        <p:spPr>
          <a:xfrm flipH="false" flipV="false" rot="683693">
            <a:off x="-1485522" y="707185"/>
            <a:ext cx="2554182" cy="1133418"/>
          </a:xfrm>
          <a:custGeom>
            <a:avLst/>
            <a:gdLst/>
            <a:ahLst/>
            <a:cxnLst/>
            <a:rect r="r" b="b" t="t" l="l"/>
            <a:pathLst>
              <a:path h="1133418" w="2554182">
                <a:moveTo>
                  <a:pt x="0" y="0"/>
                </a:moveTo>
                <a:lnTo>
                  <a:pt x="2554182" y="0"/>
                </a:lnTo>
                <a:lnTo>
                  <a:pt x="2554182" y="1133419"/>
                </a:lnTo>
                <a:lnTo>
                  <a:pt x="0" y="113341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41000"/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-2862841">
            <a:off x="16447138" y="9220433"/>
            <a:ext cx="3347747" cy="1251220"/>
          </a:xfrm>
          <a:custGeom>
            <a:avLst/>
            <a:gdLst/>
            <a:ahLst/>
            <a:cxnLst/>
            <a:rect r="r" b="b" t="t" l="l"/>
            <a:pathLst>
              <a:path h="1251220" w="3347747">
                <a:moveTo>
                  <a:pt x="0" y="0"/>
                </a:moveTo>
                <a:lnTo>
                  <a:pt x="3347748" y="0"/>
                </a:lnTo>
                <a:lnTo>
                  <a:pt x="3347748" y="1251221"/>
                </a:lnTo>
                <a:lnTo>
                  <a:pt x="0" y="1251221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alphaModFix amt="24000"/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9" id="69"/>
          <p:cNvSpPr/>
          <p:nvPr/>
        </p:nvSpPr>
        <p:spPr>
          <a:xfrm flipH="false" flipV="false" rot="0">
            <a:off x="-5743897" y="9573311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5338072" y="3365316"/>
            <a:ext cx="934403" cy="872498"/>
          </a:xfrm>
          <a:custGeom>
            <a:avLst/>
            <a:gdLst/>
            <a:ahLst/>
            <a:cxnLst/>
            <a:rect r="r" b="b" t="t" l="l"/>
            <a:pathLst>
              <a:path h="872498" w="934403">
                <a:moveTo>
                  <a:pt x="0" y="0"/>
                </a:moveTo>
                <a:lnTo>
                  <a:pt x="934402" y="0"/>
                </a:lnTo>
                <a:lnTo>
                  <a:pt x="934402" y="872499"/>
                </a:lnTo>
                <a:lnTo>
                  <a:pt x="0" y="872499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2017363" y="3334364"/>
            <a:ext cx="914546" cy="934402"/>
          </a:xfrm>
          <a:custGeom>
            <a:avLst/>
            <a:gdLst/>
            <a:ahLst/>
            <a:cxnLst/>
            <a:rect r="r" b="b" t="t" l="l"/>
            <a:pathLst>
              <a:path h="934402" w="914546">
                <a:moveTo>
                  <a:pt x="0" y="0"/>
                </a:moveTo>
                <a:lnTo>
                  <a:pt x="914547" y="0"/>
                </a:lnTo>
                <a:lnTo>
                  <a:pt x="914547" y="934403"/>
                </a:lnTo>
                <a:lnTo>
                  <a:pt x="0" y="934403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8676871" y="3436621"/>
            <a:ext cx="934258" cy="729889"/>
          </a:xfrm>
          <a:custGeom>
            <a:avLst/>
            <a:gdLst/>
            <a:ahLst/>
            <a:cxnLst/>
            <a:rect r="r" b="b" t="t" l="l"/>
            <a:pathLst>
              <a:path h="729889" w="934258">
                <a:moveTo>
                  <a:pt x="0" y="0"/>
                </a:moveTo>
                <a:lnTo>
                  <a:pt x="934258" y="0"/>
                </a:lnTo>
                <a:lnTo>
                  <a:pt x="934258" y="729889"/>
                </a:lnTo>
                <a:lnTo>
                  <a:pt x="0" y="729889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353754" y="3334364"/>
            <a:ext cx="919218" cy="934402"/>
          </a:xfrm>
          <a:custGeom>
            <a:avLst/>
            <a:gdLst/>
            <a:ahLst/>
            <a:cxnLst/>
            <a:rect r="r" b="b" t="t" l="l"/>
            <a:pathLst>
              <a:path h="934402" w="919218">
                <a:moveTo>
                  <a:pt x="0" y="0"/>
                </a:moveTo>
                <a:lnTo>
                  <a:pt x="919219" y="0"/>
                </a:lnTo>
                <a:lnTo>
                  <a:pt x="919219" y="934403"/>
                </a:lnTo>
                <a:lnTo>
                  <a:pt x="0" y="93440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2015526" y="3373492"/>
            <a:ext cx="934402" cy="856146"/>
          </a:xfrm>
          <a:custGeom>
            <a:avLst/>
            <a:gdLst/>
            <a:ahLst/>
            <a:cxnLst/>
            <a:rect r="r" b="b" t="t" l="l"/>
            <a:pathLst>
              <a:path h="856146" w="934402">
                <a:moveTo>
                  <a:pt x="0" y="0"/>
                </a:moveTo>
                <a:lnTo>
                  <a:pt x="934402" y="0"/>
                </a:lnTo>
                <a:lnTo>
                  <a:pt x="934402" y="856147"/>
                </a:lnTo>
                <a:lnTo>
                  <a:pt x="0" y="85614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5566023" y="848603"/>
            <a:ext cx="7155954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SALES PROCESS TIMELINE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537171" y="5442101"/>
            <a:ext cx="189111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Prospect Identification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867808" y="5442101"/>
            <a:ext cx="189111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Prospect Qualification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55451" y="6367513"/>
            <a:ext cx="265455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Find and identify prospects that match your target market.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486088" y="6367513"/>
            <a:ext cx="265455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Validate prospects before moving forward with product prototyping.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198444" y="5442101"/>
            <a:ext cx="189111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Offer Presentation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816725" y="6367513"/>
            <a:ext cx="265455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Present the product and identify issues for improvement.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529081" y="5442101"/>
            <a:ext cx="1891111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Negotiation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147361" y="5986513"/>
            <a:ext cx="265455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Negotiate terms and adjust based on feedback from product testing.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859718" y="5442101"/>
            <a:ext cx="1891111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Closing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477998" y="5986513"/>
            <a:ext cx="2654551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Finalize the deal and launch the product with an integrated marketing strategy.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81660" y="8396928"/>
            <a:ext cx="1938058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01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844335" y="8396928"/>
            <a:ext cx="1938058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02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207009" y="8396928"/>
            <a:ext cx="1938058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03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569684" y="8396928"/>
            <a:ext cx="1938058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04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932359" y="8396928"/>
            <a:ext cx="1938058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49135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25956" y="3349135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Analyze trends and customer needs to validate the product idea.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5214190"/>
            <a:ext cx="2743511" cy="1224292"/>
          </a:xfrm>
          <a:custGeom>
            <a:avLst/>
            <a:gdLst/>
            <a:ahLst/>
            <a:cxnLst/>
            <a:rect r="r" b="b" t="t" l="l"/>
            <a:pathLst>
              <a:path h="1224292" w="2743511">
                <a:moveTo>
                  <a:pt x="0" y="0"/>
                </a:moveTo>
                <a:lnTo>
                  <a:pt x="2743511" y="0"/>
                </a:lnTo>
                <a:lnTo>
                  <a:pt x="2743511" y="1224291"/>
                </a:lnTo>
                <a:lnTo>
                  <a:pt x="0" y="1224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76961" y="5214190"/>
            <a:ext cx="2743511" cy="1224292"/>
          </a:xfrm>
          <a:custGeom>
            <a:avLst/>
            <a:gdLst/>
            <a:ahLst/>
            <a:cxnLst/>
            <a:rect r="r" b="b" t="t" l="l"/>
            <a:pathLst>
              <a:path h="1224292" w="2743511">
                <a:moveTo>
                  <a:pt x="0" y="0"/>
                </a:moveTo>
                <a:lnTo>
                  <a:pt x="2743511" y="0"/>
                </a:lnTo>
                <a:lnTo>
                  <a:pt x="2743511" y="1224291"/>
                </a:lnTo>
                <a:lnTo>
                  <a:pt x="0" y="12242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325956" y="5214190"/>
            <a:ext cx="2743511" cy="1224292"/>
          </a:xfrm>
          <a:custGeom>
            <a:avLst/>
            <a:gdLst/>
            <a:ahLst/>
            <a:cxnLst/>
            <a:rect r="r" b="b" t="t" l="l"/>
            <a:pathLst>
              <a:path h="1224292" w="2743511">
                <a:moveTo>
                  <a:pt x="0" y="0"/>
                </a:moveTo>
                <a:lnTo>
                  <a:pt x="2743511" y="0"/>
                </a:lnTo>
                <a:lnTo>
                  <a:pt x="2743511" y="1224291"/>
                </a:lnTo>
                <a:lnTo>
                  <a:pt x="0" y="12242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974952" y="5214190"/>
            <a:ext cx="2743511" cy="1224292"/>
          </a:xfrm>
          <a:custGeom>
            <a:avLst/>
            <a:gdLst/>
            <a:ahLst/>
            <a:cxnLst/>
            <a:rect r="r" b="b" t="t" l="l"/>
            <a:pathLst>
              <a:path h="1224292" w="2743511">
                <a:moveTo>
                  <a:pt x="0" y="0"/>
                </a:moveTo>
                <a:lnTo>
                  <a:pt x="2743511" y="0"/>
                </a:lnTo>
                <a:lnTo>
                  <a:pt x="2743511" y="1224291"/>
                </a:lnTo>
                <a:lnTo>
                  <a:pt x="0" y="12242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623948" y="5214190"/>
            <a:ext cx="2743511" cy="1224292"/>
          </a:xfrm>
          <a:custGeom>
            <a:avLst/>
            <a:gdLst/>
            <a:ahLst/>
            <a:cxnLst/>
            <a:rect r="r" b="b" t="t" l="l"/>
            <a:pathLst>
              <a:path h="1224292" w="2743511">
                <a:moveTo>
                  <a:pt x="0" y="0"/>
                </a:moveTo>
                <a:lnTo>
                  <a:pt x="2743511" y="0"/>
                </a:lnTo>
                <a:lnTo>
                  <a:pt x="2743511" y="1224291"/>
                </a:lnTo>
                <a:lnTo>
                  <a:pt x="0" y="12242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272916" y="5214190"/>
            <a:ext cx="2743511" cy="1224292"/>
          </a:xfrm>
          <a:custGeom>
            <a:avLst/>
            <a:gdLst/>
            <a:ahLst/>
            <a:cxnLst/>
            <a:rect r="r" b="b" t="t" l="l"/>
            <a:pathLst>
              <a:path h="1224292" w="2743511">
                <a:moveTo>
                  <a:pt x="0" y="0"/>
                </a:moveTo>
                <a:lnTo>
                  <a:pt x="2743511" y="0"/>
                </a:lnTo>
                <a:lnTo>
                  <a:pt x="2743511" y="1224291"/>
                </a:lnTo>
                <a:lnTo>
                  <a:pt x="0" y="122429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1316592" y="6579920"/>
            <a:ext cx="781700" cy="7817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EE5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23565" y="4289614"/>
            <a:ext cx="781700" cy="7817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CCAC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21556" y="4289614"/>
            <a:ext cx="781700" cy="7817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A5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05058" y="6579920"/>
            <a:ext cx="781700" cy="7817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D886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571303" y="5404581"/>
            <a:ext cx="764677" cy="834573"/>
          </a:xfrm>
          <a:custGeom>
            <a:avLst/>
            <a:gdLst/>
            <a:ahLst/>
            <a:cxnLst/>
            <a:rect r="r" b="b" t="t" l="l"/>
            <a:pathLst>
              <a:path h="834573" w="764677">
                <a:moveTo>
                  <a:pt x="0" y="0"/>
                </a:moveTo>
                <a:lnTo>
                  <a:pt x="764677" y="0"/>
                </a:lnTo>
                <a:lnTo>
                  <a:pt x="764677" y="834572"/>
                </a:lnTo>
                <a:lnTo>
                  <a:pt x="0" y="8345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907807" y="6579920"/>
            <a:ext cx="781700" cy="7817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5462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519520" y="4289614"/>
            <a:ext cx="781700" cy="78170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647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868147" y="5404581"/>
            <a:ext cx="766540" cy="843510"/>
          </a:xfrm>
          <a:custGeom>
            <a:avLst/>
            <a:gdLst/>
            <a:ahLst/>
            <a:cxnLst/>
            <a:rect r="r" b="b" t="t" l="l"/>
            <a:pathLst>
              <a:path h="843510" w="766540">
                <a:moveTo>
                  <a:pt x="0" y="0"/>
                </a:moveTo>
                <a:lnTo>
                  <a:pt x="766539" y="0"/>
                </a:lnTo>
                <a:lnTo>
                  <a:pt x="766539" y="843509"/>
                </a:lnTo>
                <a:lnTo>
                  <a:pt x="0" y="8435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612392" y="5455618"/>
            <a:ext cx="797242" cy="741436"/>
          </a:xfrm>
          <a:custGeom>
            <a:avLst/>
            <a:gdLst/>
            <a:ahLst/>
            <a:cxnLst/>
            <a:rect r="r" b="b" t="t" l="l"/>
            <a:pathLst>
              <a:path h="741436" w="797242">
                <a:moveTo>
                  <a:pt x="0" y="0"/>
                </a:moveTo>
                <a:lnTo>
                  <a:pt x="797243" y="0"/>
                </a:lnTo>
                <a:lnTo>
                  <a:pt x="797243" y="741435"/>
                </a:lnTo>
                <a:lnTo>
                  <a:pt x="0" y="74143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166138" y="5458679"/>
            <a:ext cx="797242" cy="745422"/>
          </a:xfrm>
          <a:custGeom>
            <a:avLst/>
            <a:gdLst/>
            <a:ahLst/>
            <a:cxnLst/>
            <a:rect r="r" b="b" t="t" l="l"/>
            <a:pathLst>
              <a:path h="745422" w="797242">
                <a:moveTo>
                  <a:pt x="0" y="0"/>
                </a:moveTo>
                <a:lnTo>
                  <a:pt x="797242" y="0"/>
                </a:lnTo>
                <a:lnTo>
                  <a:pt x="797242" y="745422"/>
                </a:lnTo>
                <a:lnTo>
                  <a:pt x="0" y="74542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815134" y="5427714"/>
            <a:ext cx="724494" cy="797242"/>
          </a:xfrm>
          <a:custGeom>
            <a:avLst/>
            <a:gdLst/>
            <a:ahLst/>
            <a:cxnLst/>
            <a:rect r="r" b="b" t="t" l="l"/>
            <a:pathLst>
              <a:path h="797242" w="724494">
                <a:moveTo>
                  <a:pt x="0" y="0"/>
                </a:moveTo>
                <a:lnTo>
                  <a:pt x="724494" y="0"/>
                </a:lnTo>
                <a:lnTo>
                  <a:pt x="724494" y="797243"/>
                </a:lnTo>
                <a:lnTo>
                  <a:pt x="0" y="79724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220394" y="5434516"/>
            <a:ext cx="790575" cy="782669"/>
          </a:xfrm>
          <a:custGeom>
            <a:avLst/>
            <a:gdLst/>
            <a:ahLst/>
            <a:cxnLst/>
            <a:rect r="r" b="b" t="t" l="l"/>
            <a:pathLst>
              <a:path h="782669" w="790575">
                <a:moveTo>
                  <a:pt x="0" y="0"/>
                </a:moveTo>
                <a:lnTo>
                  <a:pt x="790575" y="0"/>
                </a:lnTo>
                <a:lnTo>
                  <a:pt x="790575" y="782670"/>
                </a:lnTo>
                <a:lnTo>
                  <a:pt x="0" y="78267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7190370">
            <a:off x="13765492" y="-1022148"/>
            <a:ext cx="7315200" cy="3319272"/>
          </a:xfrm>
          <a:custGeom>
            <a:avLst/>
            <a:gdLst/>
            <a:ahLst/>
            <a:cxnLst/>
            <a:rect r="r" b="b" t="t" l="l"/>
            <a:pathLst>
              <a:path h="3319272" w="7315200">
                <a:moveTo>
                  <a:pt x="0" y="0"/>
                </a:moveTo>
                <a:lnTo>
                  <a:pt x="7315200" y="0"/>
                </a:lnTo>
                <a:lnTo>
                  <a:pt x="7315200" y="3319272"/>
                </a:lnTo>
                <a:lnTo>
                  <a:pt x="0" y="331927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alphaModFix amt="42000"/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2474213">
            <a:off x="-892697" y="8456996"/>
            <a:ext cx="4418577" cy="4114800"/>
          </a:xfrm>
          <a:custGeom>
            <a:avLst/>
            <a:gdLst/>
            <a:ahLst/>
            <a:cxnLst/>
            <a:rect r="r" b="b" t="t" l="l"/>
            <a:pathLst>
              <a:path h="4114800" w="4418577">
                <a:moveTo>
                  <a:pt x="0" y="0"/>
                </a:moveTo>
                <a:lnTo>
                  <a:pt x="4418577" y="0"/>
                </a:lnTo>
                <a:lnTo>
                  <a:pt x="44185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7259300" y="9465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5743897" y="-80509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4409777" y="848603"/>
            <a:ext cx="9468445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DEVELOPMENT TIMELINE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2801949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Ideation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325956" y="2801949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 Research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76961" y="7357213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Design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74952" y="7357213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Testing &amp; Prototyping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676961" y="7904399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Develop the main design and features of the product before prototyping.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74952" y="8281138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Test the initial product to identify issues and improvements.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23948" y="2801949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Ideation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72916" y="7357213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Launch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23948" y="3349135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Iterate based on feedback from product testing results.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272916" y="7904399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The product is launched to the market with an integrated marketing strategy.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02499" y="6733280"/>
            <a:ext cx="409886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109472" y="4442974"/>
            <a:ext cx="409886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07463" y="4442974"/>
            <a:ext cx="409886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90965" y="6733280"/>
            <a:ext cx="409886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093714" y="6733280"/>
            <a:ext cx="409886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705427" y="4442974"/>
            <a:ext cx="409886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949288" y="3989315"/>
            <a:ext cx="1044120" cy="111693"/>
          </a:xfrm>
          <a:custGeom>
            <a:avLst/>
            <a:gdLst/>
            <a:ahLst/>
            <a:cxnLst/>
            <a:rect r="r" b="b" t="t" l="l"/>
            <a:pathLst>
              <a:path h="111693" w="1044120">
                <a:moveTo>
                  <a:pt x="0" y="0"/>
                </a:moveTo>
                <a:lnTo>
                  <a:pt x="1044120" y="0"/>
                </a:lnTo>
                <a:lnTo>
                  <a:pt x="1044120" y="111693"/>
                </a:lnTo>
                <a:lnTo>
                  <a:pt x="0" y="111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773" t="0" r="-14555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312432" y="3989315"/>
            <a:ext cx="1044120" cy="111693"/>
          </a:xfrm>
          <a:custGeom>
            <a:avLst/>
            <a:gdLst/>
            <a:ahLst/>
            <a:cxnLst/>
            <a:rect r="r" b="b" t="t" l="l"/>
            <a:pathLst>
              <a:path h="111693" w="1044120">
                <a:moveTo>
                  <a:pt x="0" y="0"/>
                </a:moveTo>
                <a:lnTo>
                  <a:pt x="1044120" y="0"/>
                </a:lnTo>
                <a:lnTo>
                  <a:pt x="1044120" y="111693"/>
                </a:lnTo>
                <a:lnTo>
                  <a:pt x="0" y="111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773" t="0" r="-145556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95888" y="2598990"/>
            <a:ext cx="1350921" cy="135092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5C9EE5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59031" y="2598990"/>
            <a:ext cx="1350921" cy="13509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4CCCA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50117" y="5858149"/>
            <a:ext cx="2735191" cy="3371576"/>
          </a:xfrm>
          <a:custGeom>
            <a:avLst/>
            <a:gdLst/>
            <a:ahLst/>
            <a:cxnLst/>
            <a:rect r="r" b="b" t="t" l="l"/>
            <a:pathLst>
              <a:path h="3371576" w="2735191">
                <a:moveTo>
                  <a:pt x="0" y="0"/>
                </a:moveTo>
                <a:lnTo>
                  <a:pt x="2735191" y="0"/>
                </a:lnTo>
                <a:lnTo>
                  <a:pt x="2735191" y="3371576"/>
                </a:lnTo>
                <a:lnTo>
                  <a:pt x="0" y="33715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13261" y="5858149"/>
            <a:ext cx="2735191" cy="3371576"/>
          </a:xfrm>
          <a:custGeom>
            <a:avLst/>
            <a:gdLst/>
            <a:ahLst/>
            <a:cxnLst/>
            <a:rect r="r" b="b" t="t" l="l"/>
            <a:pathLst>
              <a:path h="3371576" w="2735191">
                <a:moveTo>
                  <a:pt x="0" y="0"/>
                </a:moveTo>
                <a:lnTo>
                  <a:pt x="2735191" y="0"/>
                </a:lnTo>
                <a:lnTo>
                  <a:pt x="2735191" y="3371576"/>
                </a:lnTo>
                <a:lnTo>
                  <a:pt x="0" y="3371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597534" y="5053479"/>
            <a:ext cx="17092932" cy="0"/>
          </a:xfrm>
          <a:prstGeom prst="line">
            <a:avLst/>
          </a:prstGeom>
          <a:ln cap="flat" w="38100">
            <a:solidFill>
              <a:srgbClr val="0B37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50117" y="4639334"/>
            <a:ext cx="2735191" cy="790190"/>
            <a:chOff x="0" y="0"/>
            <a:chExt cx="720380" cy="2081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0380" cy="208116"/>
            </a:xfrm>
            <a:custGeom>
              <a:avLst/>
              <a:gdLst/>
              <a:ahLst/>
              <a:cxnLst/>
              <a:rect r="r" b="b" t="t" l="l"/>
              <a:pathLst>
                <a:path h="208116" w="720380">
                  <a:moveTo>
                    <a:pt x="0" y="0"/>
                  </a:moveTo>
                  <a:lnTo>
                    <a:pt x="720380" y="0"/>
                  </a:lnTo>
                  <a:lnTo>
                    <a:pt x="720380" y="208116"/>
                  </a:lnTo>
                  <a:lnTo>
                    <a:pt x="0" y="208116"/>
                  </a:lnTo>
                  <a:close/>
                </a:path>
              </a:pathLst>
            </a:custGeom>
            <a:solidFill>
              <a:srgbClr val="5C9EE5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20380" cy="25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13261" y="4639334"/>
            <a:ext cx="2735191" cy="790190"/>
            <a:chOff x="0" y="0"/>
            <a:chExt cx="720380" cy="2081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0380" cy="208116"/>
            </a:xfrm>
            <a:custGeom>
              <a:avLst/>
              <a:gdLst/>
              <a:ahLst/>
              <a:cxnLst/>
              <a:rect r="r" b="b" t="t" l="l"/>
              <a:pathLst>
                <a:path h="208116" w="720380">
                  <a:moveTo>
                    <a:pt x="0" y="0"/>
                  </a:moveTo>
                  <a:lnTo>
                    <a:pt x="720380" y="0"/>
                  </a:lnTo>
                  <a:lnTo>
                    <a:pt x="720380" y="208116"/>
                  </a:lnTo>
                  <a:lnTo>
                    <a:pt x="0" y="208116"/>
                  </a:lnTo>
                  <a:close/>
                </a:path>
              </a:pathLst>
            </a:custGeom>
            <a:solidFill>
              <a:srgbClr val="4CCCA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20380" cy="25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5400000">
            <a:off x="8675576" y="3989315"/>
            <a:ext cx="1044120" cy="111693"/>
          </a:xfrm>
          <a:custGeom>
            <a:avLst/>
            <a:gdLst/>
            <a:ahLst/>
            <a:cxnLst/>
            <a:rect r="r" b="b" t="t" l="l"/>
            <a:pathLst>
              <a:path h="111693" w="1044120">
                <a:moveTo>
                  <a:pt x="0" y="0"/>
                </a:moveTo>
                <a:lnTo>
                  <a:pt x="1044120" y="0"/>
                </a:lnTo>
                <a:lnTo>
                  <a:pt x="1044120" y="111693"/>
                </a:lnTo>
                <a:lnTo>
                  <a:pt x="0" y="111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773" t="0" r="-145556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522175" y="2598990"/>
            <a:ext cx="1350921" cy="135092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B1D88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76405" y="4639334"/>
            <a:ext cx="2735191" cy="790190"/>
            <a:chOff x="0" y="0"/>
            <a:chExt cx="720380" cy="2081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380" cy="208116"/>
            </a:xfrm>
            <a:custGeom>
              <a:avLst/>
              <a:gdLst/>
              <a:ahLst/>
              <a:cxnLst/>
              <a:rect r="r" b="b" t="t" l="l"/>
              <a:pathLst>
                <a:path h="208116" w="720380">
                  <a:moveTo>
                    <a:pt x="0" y="0"/>
                  </a:moveTo>
                  <a:lnTo>
                    <a:pt x="720380" y="0"/>
                  </a:lnTo>
                  <a:lnTo>
                    <a:pt x="720380" y="208116"/>
                  </a:lnTo>
                  <a:lnTo>
                    <a:pt x="0" y="208116"/>
                  </a:lnTo>
                  <a:close/>
                </a:path>
              </a:pathLst>
            </a:custGeom>
            <a:solidFill>
              <a:srgbClr val="B1D886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20380" cy="25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12038719" y="3989315"/>
            <a:ext cx="1044120" cy="111693"/>
          </a:xfrm>
          <a:custGeom>
            <a:avLst/>
            <a:gdLst/>
            <a:ahLst/>
            <a:cxnLst/>
            <a:rect r="r" b="b" t="t" l="l"/>
            <a:pathLst>
              <a:path h="111693" w="1044120">
                <a:moveTo>
                  <a:pt x="0" y="0"/>
                </a:moveTo>
                <a:lnTo>
                  <a:pt x="1044120" y="0"/>
                </a:lnTo>
                <a:lnTo>
                  <a:pt x="1044120" y="111693"/>
                </a:lnTo>
                <a:lnTo>
                  <a:pt x="0" y="111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773" t="0" r="-145556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885318" y="2598990"/>
            <a:ext cx="1350921" cy="135092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DCA5E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39548" y="4639334"/>
            <a:ext cx="2735191" cy="790190"/>
            <a:chOff x="0" y="0"/>
            <a:chExt cx="720380" cy="2081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0380" cy="208116"/>
            </a:xfrm>
            <a:custGeom>
              <a:avLst/>
              <a:gdLst/>
              <a:ahLst/>
              <a:cxnLst/>
              <a:rect r="r" b="b" t="t" l="l"/>
              <a:pathLst>
                <a:path h="208116" w="720380">
                  <a:moveTo>
                    <a:pt x="0" y="0"/>
                  </a:moveTo>
                  <a:lnTo>
                    <a:pt x="720380" y="0"/>
                  </a:lnTo>
                  <a:lnTo>
                    <a:pt x="720380" y="208116"/>
                  </a:lnTo>
                  <a:lnTo>
                    <a:pt x="0" y="208116"/>
                  </a:lnTo>
                  <a:close/>
                </a:path>
              </a:pathLst>
            </a:custGeom>
            <a:solidFill>
              <a:srgbClr val="FDCA5E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720380" cy="25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5400000">
            <a:off x="15401863" y="3989315"/>
            <a:ext cx="1044120" cy="111693"/>
          </a:xfrm>
          <a:custGeom>
            <a:avLst/>
            <a:gdLst/>
            <a:ahLst/>
            <a:cxnLst/>
            <a:rect r="r" b="b" t="t" l="l"/>
            <a:pathLst>
              <a:path h="111693" w="1044120">
                <a:moveTo>
                  <a:pt x="0" y="0"/>
                </a:moveTo>
                <a:lnTo>
                  <a:pt x="1044120" y="0"/>
                </a:lnTo>
                <a:lnTo>
                  <a:pt x="1044120" y="111693"/>
                </a:lnTo>
                <a:lnTo>
                  <a:pt x="0" y="111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773" t="0" r="-145556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5248462" y="2598990"/>
            <a:ext cx="1350921" cy="13509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EA5462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502692" y="4639334"/>
            <a:ext cx="2735191" cy="790190"/>
            <a:chOff x="0" y="0"/>
            <a:chExt cx="720380" cy="2081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0380" cy="208116"/>
            </a:xfrm>
            <a:custGeom>
              <a:avLst/>
              <a:gdLst/>
              <a:ahLst/>
              <a:cxnLst/>
              <a:rect r="r" b="b" t="t" l="l"/>
              <a:pathLst>
                <a:path h="208116" w="720380">
                  <a:moveTo>
                    <a:pt x="0" y="0"/>
                  </a:moveTo>
                  <a:lnTo>
                    <a:pt x="720380" y="0"/>
                  </a:lnTo>
                  <a:lnTo>
                    <a:pt x="720380" y="208116"/>
                  </a:lnTo>
                  <a:lnTo>
                    <a:pt x="0" y="208116"/>
                  </a:lnTo>
                  <a:close/>
                </a:path>
              </a:pathLst>
            </a:custGeom>
            <a:solidFill>
              <a:srgbClr val="EA5462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20380" cy="25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7776405" y="5858149"/>
            <a:ext cx="2735191" cy="3371576"/>
          </a:xfrm>
          <a:custGeom>
            <a:avLst/>
            <a:gdLst/>
            <a:ahLst/>
            <a:cxnLst/>
            <a:rect r="r" b="b" t="t" l="l"/>
            <a:pathLst>
              <a:path h="3371576" w="2735191">
                <a:moveTo>
                  <a:pt x="0" y="0"/>
                </a:moveTo>
                <a:lnTo>
                  <a:pt x="2735190" y="0"/>
                </a:lnTo>
                <a:lnTo>
                  <a:pt x="2735190" y="3371576"/>
                </a:lnTo>
                <a:lnTo>
                  <a:pt x="0" y="33715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139548" y="5858149"/>
            <a:ext cx="2735191" cy="3371576"/>
          </a:xfrm>
          <a:custGeom>
            <a:avLst/>
            <a:gdLst/>
            <a:ahLst/>
            <a:cxnLst/>
            <a:rect r="r" b="b" t="t" l="l"/>
            <a:pathLst>
              <a:path h="3371576" w="2735191">
                <a:moveTo>
                  <a:pt x="0" y="0"/>
                </a:moveTo>
                <a:lnTo>
                  <a:pt x="2735191" y="0"/>
                </a:lnTo>
                <a:lnTo>
                  <a:pt x="2735191" y="3371576"/>
                </a:lnTo>
                <a:lnTo>
                  <a:pt x="0" y="33715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4502692" y="5858149"/>
            <a:ext cx="2735191" cy="3371576"/>
          </a:xfrm>
          <a:custGeom>
            <a:avLst/>
            <a:gdLst/>
            <a:ahLst/>
            <a:cxnLst/>
            <a:rect r="r" b="b" t="t" l="l"/>
            <a:pathLst>
              <a:path h="3371576" w="2735191">
                <a:moveTo>
                  <a:pt x="0" y="0"/>
                </a:moveTo>
                <a:lnTo>
                  <a:pt x="2735191" y="0"/>
                </a:lnTo>
                <a:lnTo>
                  <a:pt x="2735191" y="3371576"/>
                </a:lnTo>
                <a:lnTo>
                  <a:pt x="0" y="33715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2131092" y="2955035"/>
            <a:ext cx="680514" cy="638832"/>
          </a:xfrm>
          <a:custGeom>
            <a:avLst/>
            <a:gdLst/>
            <a:ahLst/>
            <a:cxnLst/>
            <a:rect r="r" b="b" t="t" l="l"/>
            <a:pathLst>
              <a:path h="638832" w="680514">
                <a:moveTo>
                  <a:pt x="0" y="0"/>
                </a:moveTo>
                <a:lnTo>
                  <a:pt x="680513" y="0"/>
                </a:lnTo>
                <a:lnTo>
                  <a:pt x="680513" y="638832"/>
                </a:lnTo>
                <a:lnTo>
                  <a:pt x="0" y="6388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458566" y="2902754"/>
            <a:ext cx="751852" cy="743393"/>
          </a:xfrm>
          <a:custGeom>
            <a:avLst/>
            <a:gdLst/>
            <a:ahLst/>
            <a:cxnLst/>
            <a:rect r="r" b="b" t="t" l="l"/>
            <a:pathLst>
              <a:path h="743393" w="751852">
                <a:moveTo>
                  <a:pt x="0" y="0"/>
                </a:moveTo>
                <a:lnTo>
                  <a:pt x="751852" y="0"/>
                </a:lnTo>
                <a:lnTo>
                  <a:pt x="751852" y="743393"/>
                </a:lnTo>
                <a:lnTo>
                  <a:pt x="0" y="74339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12224993" y="2955035"/>
            <a:ext cx="671571" cy="638832"/>
          </a:xfrm>
          <a:custGeom>
            <a:avLst/>
            <a:gdLst/>
            <a:ahLst/>
            <a:cxnLst/>
            <a:rect r="r" b="b" t="t" l="l"/>
            <a:pathLst>
              <a:path h="638832" w="671571">
                <a:moveTo>
                  <a:pt x="0" y="0"/>
                </a:moveTo>
                <a:lnTo>
                  <a:pt x="671572" y="0"/>
                </a:lnTo>
                <a:lnTo>
                  <a:pt x="671572" y="638832"/>
                </a:lnTo>
                <a:lnTo>
                  <a:pt x="0" y="63883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5578070" y="2952808"/>
            <a:ext cx="691705" cy="643286"/>
          </a:xfrm>
          <a:custGeom>
            <a:avLst/>
            <a:gdLst/>
            <a:ahLst/>
            <a:cxnLst/>
            <a:rect r="r" b="b" t="t" l="l"/>
            <a:pathLst>
              <a:path h="643286" w="691705">
                <a:moveTo>
                  <a:pt x="0" y="0"/>
                </a:moveTo>
                <a:lnTo>
                  <a:pt x="691705" y="0"/>
                </a:lnTo>
                <a:lnTo>
                  <a:pt x="691705" y="643286"/>
                </a:lnTo>
                <a:lnTo>
                  <a:pt x="0" y="64328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8826059" y="2904731"/>
            <a:ext cx="743154" cy="739438"/>
          </a:xfrm>
          <a:custGeom>
            <a:avLst/>
            <a:gdLst/>
            <a:ahLst/>
            <a:cxnLst/>
            <a:rect r="r" b="b" t="t" l="l"/>
            <a:pathLst>
              <a:path h="739438" w="743154">
                <a:moveTo>
                  <a:pt x="0" y="0"/>
                </a:moveTo>
                <a:lnTo>
                  <a:pt x="743154" y="0"/>
                </a:lnTo>
                <a:lnTo>
                  <a:pt x="743154" y="739439"/>
                </a:lnTo>
                <a:lnTo>
                  <a:pt x="0" y="73943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9" id="49"/>
          <p:cNvGrpSpPr/>
          <p:nvPr/>
        </p:nvGrpSpPr>
        <p:grpSpPr>
          <a:xfrm rot="0">
            <a:off x="2140517" y="5611242"/>
            <a:ext cx="554392" cy="379575"/>
            <a:chOff x="0" y="0"/>
            <a:chExt cx="812800" cy="556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556499"/>
            </a:xfrm>
            <a:custGeom>
              <a:avLst/>
              <a:gdLst/>
              <a:ahLst/>
              <a:cxnLst/>
              <a:rect r="r" b="b" t="t" l="l"/>
              <a:pathLst>
                <a:path h="556499" w="812800">
                  <a:moveTo>
                    <a:pt x="406400" y="0"/>
                  </a:moveTo>
                  <a:lnTo>
                    <a:pt x="812800" y="556499"/>
                  </a:lnTo>
                  <a:lnTo>
                    <a:pt x="0" y="55649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127000" y="210750"/>
              <a:ext cx="558800" cy="30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501450" y="5611242"/>
            <a:ext cx="554392" cy="379575"/>
            <a:chOff x="0" y="0"/>
            <a:chExt cx="812800" cy="55649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556499"/>
            </a:xfrm>
            <a:custGeom>
              <a:avLst/>
              <a:gdLst/>
              <a:ahLst/>
              <a:cxnLst/>
              <a:rect r="r" b="b" t="t" l="l"/>
              <a:pathLst>
                <a:path h="556499" w="812800">
                  <a:moveTo>
                    <a:pt x="406400" y="0"/>
                  </a:moveTo>
                  <a:lnTo>
                    <a:pt x="812800" y="556499"/>
                  </a:lnTo>
                  <a:lnTo>
                    <a:pt x="0" y="55649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127000" y="210750"/>
              <a:ext cx="558800" cy="30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862382" y="5611242"/>
            <a:ext cx="554392" cy="379575"/>
            <a:chOff x="0" y="0"/>
            <a:chExt cx="812800" cy="5564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556499"/>
            </a:xfrm>
            <a:custGeom>
              <a:avLst/>
              <a:gdLst/>
              <a:ahLst/>
              <a:cxnLst/>
              <a:rect r="r" b="b" t="t" l="l"/>
              <a:pathLst>
                <a:path h="556499" w="812800">
                  <a:moveTo>
                    <a:pt x="406400" y="0"/>
                  </a:moveTo>
                  <a:lnTo>
                    <a:pt x="812800" y="556499"/>
                  </a:lnTo>
                  <a:lnTo>
                    <a:pt x="0" y="55649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127000" y="210750"/>
              <a:ext cx="558800" cy="30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223315" y="5611242"/>
            <a:ext cx="554392" cy="379575"/>
            <a:chOff x="0" y="0"/>
            <a:chExt cx="812800" cy="5564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556499"/>
            </a:xfrm>
            <a:custGeom>
              <a:avLst/>
              <a:gdLst/>
              <a:ahLst/>
              <a:cxnLst/>
              <a:rect r="r" b="b" t="t" l="l"/>
              <a:pathLst>
                <a:path h="556499" w="812800">
                  <a:moveTo>
                    <a:pt x="406400" y="0"/>
                  </a:moveTo>
                  <a:lnTo>
                    <a:pt x="812800" y="556499"/>
                  </a:lnTo>
                  <a:lnTo>
                    <a:pt x="0" y="55649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CA5E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127000" y="210750"/>
              <a:ext cx="558800" cy="30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584247" y="5611242"/>
            <a:ext cx="554392" cy="379575"/>
            <a:chOff x="0" y="0"/>
            <a:chExt cx="812800" cy="55649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556499"/>
            </a:xfrm>
            <a:custGeom>
              <a:avLst/>
              <a:gdLst/>
              <a:ahLst/>
              <a:cxnLst/>
              <a:rect r="r" b="b" t="t" l="l"/>
              <a:pathLst>
                <a:path h="556499" w="812800">
                  <a:moveTo>
                    <a:pt x="406400" y="0"/>
                  </a:moveTo>
                  <a:lnTo>
                    <a:pt x="812800" y="556499"/>
                  </a:lnTo>
                  <a:lnTo>
                    <a:pt x="0" y="55649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A546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127000" y="210750"/>
              <a:ext cx="558800" cy="306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7690466" y="-123595"/>
            <a:ext cx="1589257" cy="1399871"/>
          </a:xfrm>
          <a:custGeom>
            <a:avLst/>
            <a:gdLst/>
            <a:ahLst/>
            <a:cxnLst/>
            <a:rect r="r" b="b" t="t" l="l"/>
            <a:pathLst>
              <a:path h="1399871" w="1589257">
                <a:moveTo>
                  <a:pt x="0" y="0"/>
                </a:moveTo>
                <a:lnTo>
                  <a:pt x="1589257" y="0"/>
                </a:lnTo>
                <a:lnTo>
                  <a:pt x="1589257" y="1399871"/>
                </a:lnTo>
                <a:lnTo>
                  <a:pt x="0" y="139987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-5743897" y="-80509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4558836">
            <a:off x="-1148846" y="9487008"/>
            <a:ext cx="1428172" cy="1771376"/>
          </a:xfrm>
          <a:custGeom>
            <a:avLst/>
            <a:gdLst/>
            <a:ahLst/>
            <a:cxnLst/>
            <a:rect r="r" b="b" t="t" l="l"/>
            <a:pathLst>
              <a:path h="1771376" w="1428172">
                <a:moveTo>
                  <a:pt x="0" y="0"/>
                </a:moveTo>
                <a:lnTo>
                  <a:pt x="1428172" y="0"/>
                </a:lnTo>
                <a:lnTo>
                  <a:pt x="1428172" y="1771375"/>
                </a:lnTo>
                <a:lnTo>
                  <a:pt x="0" y="177137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4553694" y="848603"/>
            <a:ext cx="9180612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MANAGEMENT TIMELINE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40840" y="4836786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Planning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262361" y="883920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625504" y="883920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503984" y="4836786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Team Allocation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47578" y="6581520"/>
            <a:ext cx="2247541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Define the goals, budget, and project schedule before starting.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710722" y="6581520"/>
            <a:ext cx="224754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Allocate resources and the team that will work on the project.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867127" y="4836786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Execution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230271" y="4836786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Monitoring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593414" y="4836786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Completion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073865" y="6581520"/>
            <a:ext cx="224754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Execute the project according to the plan and monitor progress.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437009" y="6581520"/>
            <a:ext cx="224754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Regularly track project progress to ensure goals are met.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4800152" y="6581520"/>
            <a:ext cx="2247541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Complete all deliverables and conduct project evaluation.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988648" y="883920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351792" y="883920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714935" y="883920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05</a:t>
            </a:r>
          </a:p>
        </p:txBody>
      </p:sp>
      <p:sp>
        <p:nvSpPr>
          <p:cNvPr name="Freeform 83" id="83"/>
          <p:cNvSpPr/>
          <p:nvPr/>
        </p:nvSpPr>
        <p:spPr>
          <a:xfrm flipH="false" flipV="false" rot="0">
            <a:off x="17259300" y="9465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660624"/>
            <a:ext cx="695197" cy="1624766"/>
          </a:xfrm>
          <a:custGeom>
            <a:avLst/>
            <a:gdLst/>
            <a:ahLst/>
            <a:cxnLst/>
            <a:rect r="r" b="b" t="t" l="l"/>
            <a:pathLst>
              <a:path h="1624766" w="695197">
                <a:moveTo>
                  <a:pt x="0" y="0"/>
                </a:moveTo>
                <a:lnTo>
                  <a:pt x="695197" y="0"/>
                </a:lnTo>
                <a:lnTo>
                  <a:pt x="695197" y="1624766"/>
                </a:lnTo>
                <a:lnTo>
                  <a:pt x="0" y="1624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8746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11975" y="3721182"/>
            <a:ext cx="695197" cy="1624766"/>
          </a:xfrm>
          <a:custGeom>
            <a:avLst/>
            <a:gdLst/>
            <a:ahLst/>
            <a:cxnLst/>
            <a:rect r="r" b="b" t="t" l="l"/>
            <a:pathLst>
              <a:path h="1624766" w="695197">
                <a:moveTo>
                  <a:pt x="0" y="0"/>
                </a:moveTo>
                <a:lnTo>
                  <a:pt x="695197" y="0"/>
                </a:lnTo>
                <a:lnTo>
                  <a:pt x="695197" y="1624766"/>
                </a:lnTo>
                <a:lnTo>
                  <a:pt x="0" y="1624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8746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6285390"/>
            <a:ext cx="0" cy="1429690"/>
          </a:xfrm>
          <a:prstGeom prst="line">
            <a:avLst/>
          </a:prstGeom>
          <a:ln cap="flat" w="28575">
            <a:solidFill>
              <a:srgbClr val="5C9E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321500" y="5345948"/>
            <a:ext cx="0" cy="2369132"/>
          </a:xfrm>
          <a:prstGeom prst="line">
            <a:avLst/>
          </a:prstGeom>
          <a:ln cap="flat" w="28575">
            <a:solidFill>
              <a:srgbClr val="4CCCA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595249" y="4660624"/>
            <a:ext cx="695197" cy="1624766"/>
          </a:xfrm>
          <a:custGeom>
            <a:avLst/>
            <a:gdLst/>
            <a:ahLst/>
            <a:cxnLst/>
            <a:rect r="r" b="b" t="t" l="l"/>
            <a:pathLst>
              <a:path h="1624766" w="695197">
                <a:moveTo>
                  <a:pt x="0" y="0"/>
                </a:moveTo>
                <a:lnTo>
                  <a:pt x="695198" y="0"/>
                </a:lnTo>
                <a:lnTo>
                  <a:pt x="695198" y="1624766"/>
                </a:lnTo>
                <a:lnTo>
                  <a:pt x="0" y="1624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8746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78524" y="3721182"/>
            <a:ext cx="695197" cy="1624766"/>
          </a:xfrm>
          <a:custGeom>
            <a:avLst/>
            <a:gdLst/>
            <a:ahLst/>
            <a:cxnLst/>
            <a:rect r="r" b="b" t="t" l="l"/>
            <a:pathLst>
              <a:path h="1624766" w="695197">
                <a:moveTo>
                  <a:pt x="0" y="0"/>
                </a:moveTo>
                <a:lnTo>
                  <a:pt x="695197" y="0"/>
                </a:lnTo>
                <a:lnTo>
                  <a:pt x="695197" y="1624766"/>
                </a:lnTo>
                <a:lnTo>
                  <a:pt x="0" y="16247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28746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161798" y="4660624"/>
            <a:ext cx="695197" cy="1624766"/>
          </a:xfrm>
          <a:custGeom>
            <a:avLst/>
            <a:gdLst/>
            <a:ahLst/>
            <a:cxnLst/>
            <a:rect r="r" b="b" t="t" l="l"/>
            <a:pathLst>
              <a:path h="1624766" w="695197">
                <a:moveTo>
                  <a:pt x="0" y="0"/>
                </a:moveTo>
                <a:lnTo>
                  <a:pt x="695198" y="0"/>
                </a:lnTo>
                <a:lnTo>
                  <a:pt x="695198" y="1624766"/>
                </a:lnTo>
                <a:lnTo>
                  <a:pt x="0" y="16247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28746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7614299" y="6285390"/>
            <a:ext cx="0" cy="1429690"/>
          </a:xfrm>
          <a:prstGeom prst="line">
            <a:avLst/>
          </a:prstGeom>
          <a:ln cap="flat" w="28575">
            <a:solidFill>
              <a:srgbClr val="B1D88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907099" y="5345948"/>
            <a:ext cx="0" cy="2369132"/>
          </a:xfrm>
          <a:prstGeom prst="line">
            <a:avLst/>
          </a:prstGeom>
          <a:ln cap="flat" w="28575">
            <a:solidFill>
              <a:srgbClr val="FDCA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4199898" y="6285390"/>
            <a:ext cx="0" cy="1429690"/>
          </a:xfrm>
          <a:prstGeom prst="line">
            <a:avLst/>
          </a:prstGeom>
          <a:ln cap="flat" w="28575">
            <a:solidFill>
              <a:srgbClr val="EA54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28700" y="7715080"/>
            <a:ext cx="3292800" cy="407674"/>
            <a:chOff x="0" y="0"/>
            <a:chExt cx="867239" cy="1073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7239" cy="107371"/>
            </a:xfrm>
            <a:custGeom>
              <a:avLst/>
              <a:gdLst/>
              <a:ahLst/>
              <a:cxnLst/>
              <a:rect r="r" b="b" t="t" l="l"/>
              <a:pathLst>
                <a:path h="107371" w="867239">
                  <a:moveTo>
                    <a:pt x="0" y="0"/>
                  </a:moveTo>
                  <a:lnTo>
                    <a:pt x="867239" y="0"/>
                  </a:lnTo>
                  <a:lnTo>
                    <a:pt x="867239" y="107371"/>
                  </a:lnTo>
                  <a:lnTo>
                    <a:pt x="0" y="107371"/>
                  </a:ln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67239" cy="15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11975" y="7715080"/>
            <a:ext cx="3292800" cy="407674"/>
            <a:chOff x="0" y="0"/>
            <a:chExt cx="867239" cy="1073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7239" cy="107371"/>
            </a:xfrm>
            <a:custGeom>
              <a:avLst/>
              <a:gdLst/>
              <a:ahLst/>
              <a:cxnLst/>
              <a:rect r="r" b="b" t="t" l="l"/>
              <a:pathLst>
                <a:path h="107371" w="867239">
                  <a:moveTo>
                    <a:pt x="0" y="0"/>
                  </a:moveTo>
                  <a:lnTo>
                    <a:pt x="867239" y="0"/>
                  </a:lnTo>
                  <a:lnTo>
                    <a:pt x="867239" y="107371"/>
                  </a:lnTo>
                  <a:lnTo>
                    <a:pt x="0" y="107371"/>
                  </a:ln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67239" cy="15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95249" y="7715080"/>
            <a:ext cx="3292800" cy="407674"/>
            <a:chOff x="0" y="0"/>
            <a:chExt cx="867239" cy="1073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7239" cy="107371"/>
            </a:xfrm>
            <a:custGeom>
              <a:avLst/>
              <a:gdLst/>
              <a:ahLst/>
              <a:cxnLst/>
              <a:rect r="r" b="b" t="t" l="l"/>
              <a:pathLst>
                <a:path h="107371" w="867239">
                  <a:moveTo>
                    <a:pt x="0" y="0"/>
                  </a:moveTo>
                  <a:lnTo>
                    <a:pt x="867239" y="0"/>
                  </a:lnTo>
                  <a:lnTo>
                    <a:pt x="867239" y="107371"/>
                  </a:lnTo>
                  <a:lnTo>
                    <a:pt x="0" y="107371"/>
                  </a:ln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67239" cy="15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78524" y="7715080"/>
            <a:ext cx="3292800" cy="407674"/>
            <a:chOff x="0" y="0"/>
            <a:chExt cx="867239" cy="1073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7239" cy="107371"/>
            </a:xfrm>
            <a:custGeom>
              <a:avLst/>
              <a:gdLst/>
              <a:ahLst/>
              <a:cxnLst/>
              <a:rect r="r" b="b" t="t" l="l"/>
              <a:pathLst>
                <a:path h="107371" w="867239">
                  <a:moveTo>
                    <a:pt x="0" y="0"/>
                  </a:moveTo>
                  <a:lnTo>
                    <a:pt x="867239" y="0"/>
                  </a:lnTo>
                  <a:lnTo>
                    <a:pt x="867239" y="107371"/>
                  </a:lnTo>
                  <a:lnTo>
                    <a:pt x="0" y="107371"/>
                  </a:lnTo>
                  <a:close/>
                </a:path>
              </a:pathLst>
            </a:custGeom>
            <a:solidFill>
              <a:srgbClr val="FDCA5E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67239" cy="15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161798" y="7715080"/>
            <a:ext cx="3292800" cy="407674"/>
            <a:chOff x="0" y="0"/>
            <a:chExt cx="867239" cy="1073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7239" cy="107371"/>
            </a:xfrm>
            <a:custGeom>
              <a:avLst/>
              <a:gdLst/>
              <a:ahLst/>
              <a:cxnLst/>
              <a:rect r="r" b="b" t="t" l="l"/>
              <a:pathLst>
                <a:path h="107371" w="867239">
                  <a:moveTo>
                    <a:pt x="0" y="0"/>
                  </a:moveTo>
                  <a:lnTo>
                    <a:pt x="867239" y="0"/>
                  </a:lnTo>
                  <a:lnTo>
                    <a:pt x="867239" y="107371"/>
                  </a:lnTo>
                  <a:lnTo>
                    <a:pt x="0" y="107371"/>
                  </a:lnTo>
                  <a:close/>
                </a:path>
              </a:pathLst>
            </a:custGeom>
            <a:solidFill>
              <a:srgbClr val="EA546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67239" cy="154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8666" y="7668884"/>
            <a:ext cx="500068" cy="50006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EE5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071466" y="7668884"/>
            <a:ext cx="500068" cy="50006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CCAC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364265" y="7668884"/>
            <a:ext cx="500068" cy="50006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D886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57065" y="7668884"/>
            <a:ext cx="500068" cy="50006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A5E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949864" y="7668884"/>
            <a:ext cx="500068" cy="500068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5462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929663" y="3730707"/>
            <a:ext cx="749747" cy="697265"/>
          </a:xfrm>
          <a:custGeom>
            <a:avLst/>
            <a:gdLst/>
            <a:ahLst/>
            <a:cxnLst/>
            <a:rect r="r" b="b" t="t" l="l"/>
            <a:pathLst>
              <a:path h="697265" w="749747">
                <a:moveTo>
                  <a:pt x="0" y="0"/>
                </a:moveTo>
                <a:lnTo>
                  <a:pt x="749747" y="0"/>
                </a:lnTo>
                <a:lnTo>
                  <a:pt x="749747" y="697264"/>
                </a:lnTo>
                <a:lnTo>
                  <a:pt x="0" y="6972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8481352" y="3775809"/>
            <a:ext cx="662648" cy="652163"/>
          </a:xfrm>
          <a:custGeom>
            <a:avLst/>
            <a:gdLst/>
            <a:ahLst/>
            <a:cxnLst/>
            <a:rect r="r" b="b" t="t" l="l"/>
            <a:pathLst>
              <a:path h="652163" w="662648">
                <a:moveTo>
                  <a:pt x="0" y="0"/>
                </a:moveTo>
                <a:lnTo>
                  <a:pt x="662648" y="0"/>
                </a:lnTo>
                <a:lnTo>
                  <a:pt x="662648" y="652162"/>
                </a:lnTo>
                <a:lnTo>
                  <a:pt x="0" y="65216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490" t="-2726" r="-1680" b="-2102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5047902" y="3769365"/>
            <a:ext cx="760296" cy="658607"/>
          </a:xfrm>
          <a:custGeom>
            <a:avLst/>
            <a:gdLst/>
            <a:ahLst/>
            <a:cxnLst/>
            <a:rect r="r" b="b" t="t" l="l"/>
            <a:pathLst>
              <a:path h="658607" w="760296">
                <a:moveTo>
                  <a:pt x="0" y="0"/>
                </a:moveTo>
                <a:lnTo>
                  <a:pt x="760296" y="0"/>
                </a:lnTo>
                <a:lnTo>
                  <a:pt x="760296" y="658606"/>
                </a:lnTo>
                <a:lnTo>
                  <a:pt x="0" y="65860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5198078" y="2801353"/>
            <a:ext cx="760296" cy="691870"/>
          </a:xfrm>
          <a:custGeom>
            <a:avLst/>
            <a:gdLst/>
            <a:ahLst/>
            <a:cxnLst/>
            <a:rect r="r" b="b" t="t" l="l"/>
            <a:pathLst>
              <a:path h="691870" w="760296">
                <a:moveTo>
                  <a:pt x="0" y="0"/>
                </a:moveTo>
                <a:lnTo>
                  <a:pt x="760296" y="0"/>
                </a:lnTo>
                <a:lnTo>
                  <a:pt x="760296" y="691870"/>
                </a:lnTo>
                <a:lnTo>
                  <a:pt x="0" y="69187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1764627" y="2801353"/>
            <a:ext cx="723790" cy="704791"/>
          </a:xfrm>
          <a:custGeom>
            <a:avLst/>
            <a:gdLst/>
            <a:ahLst/>
            <a:cxnLst/>
            <a:rect r="r" b="b" t="t" l="l"/>
            <a:pathLst>
              <a:path h="704791" w="723790">
                <a:moveTo>
                  <a:pt x="0" y="0"/>
                </a:moveTo>
                <a:lnTo>
                  <a:pt x="723790" y="0"/>
                </a:lnTo>
                <a:lnTo>
                  <a:pt x="723790" y="704791"/>
                </a:lnTo>
                <a:lnTo>
                  <a:pt x="0" y="70479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17062232" y="-319879"/>
            <a:ext cx="2734761" cy="2697158"/>
          </a:xfrm>
          <a:custGeom>
            <a:avLst/>
            <a:gdLst/>
            <a:ahLst/>
            <a:cxnLst/>
            <a:rect r="r" b="b" t="t" l="l"/>
            <a:pathLst>
              <a:path h="2697158" w="2734761">
                <a:moveTo>
                  <a:pt x="0" y="0"/>
                </a:moveTo>
                <a:lnTo>
                  <a:pt x="2734761" y="0"/>
                </a:lnTo>
                <a:lnTo>
                  <a:pt x="2734761" y="2697158"/>
                </a:lnTo>
                <a:lnTo>
                  <a:pt x="0" y="269715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-1723850" y="9194810"/>
            <a:ext cx="6005168" cy="2184380"/>
          </a:xfrm>
          <a:custGeom>
            <a:avLst/>
            <a:gdLst/>
            <a:ahLst/>
            <a:cxnLst/>
            <a:rect r="r" b="b" t="t" l="l"/>
            <a:pathLst>
              <a:path h="2184380" w="6005168">
                <a:moveTo>
                  <a:pt x="0" y="0"/>
                </a:moveTo>
                <a:lnTo>
                  <a:pt x="6005168" y="0"/>
                </a:lnTo>
                <a:lnTo>
                  <a:pt x="6005168" y="2184380"/>
                </a:lnTo>
                <a:lnTo>
                  <a:pt x="0" y="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42000"/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0" id="50"/>
          <p:cNvSpPr txBox="true"/>
          <p:nvPr/>
        </p:nvSpPr>
        <p:spPr>
          <a:xfrm rot="0">
            <a:off x="1914803" y="4717774"/>
            <a:ext cx="201433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Market Research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198078" y="3778332"/>
            <a:ext cx="201433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Audience Targeting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914803" y="5584549"/>
            <a:ext cx="2014331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Collect data to understand the target market and consumer preferences.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198078" y="4645107"/>
            <a:ext cx="2014331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key audience segments for a more effective marketing campaign.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481352" y="4717774"/>
            <a:ext cx="201433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Campaign Development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481352" y="5584549"/>
            <a:ext cx="201433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Design a marketing strategy based on research insights.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764627" y="3778332"/>
            <a:ext cx="201433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Campaign Execution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764627" y="4645107"/>
            <a:ext cx="2014331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Launch the campaign through the most relevant marketing channels.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047902" y="4717774"/>
            <a:ext cx="201433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Performance Analysis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047902" y="5584549"/>
            <a:ext cx="2014331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Evaluate the campaign to measure success and make adjustments.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692253" y="848603"/>
            <a:ext cx="8903494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MARKETING STRATEGY TIMELINE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8700" y="524917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614299" y="524917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03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321500" y="4309727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199898" y="5249170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05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907099" y="4309727"/>
            <a:ext cx="52294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599" b="true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04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17259300" y="9465321"/>
            <a:ext cx="7315200" cy="3429000"/>
          </a:xfrm>
          <a:custGeom>
            <a:avLst/>
            <a:gdLst/>
            <a:ahLst/>
            <a:cxnLst/>
            <a:rect r="r" b="b" t="t" l="l"/>
            <a:pathLst>
              <a:path h="3429000" w="731520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-5743897" y="-80509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-6474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81716" y="1211691"/>
            <a:ext cx="1296374" cy="2057400"/>
          </a:xfrm>
          <a:custGeom>
            <a:avLst/>
            <a:gdLst/>
            <a:ahLst/>
            <a:cxnLst/>
            <a:rect r="r" b="b" t="t" l="l"/>
            <a:pathLst>
              <a:path h="2057400" w="1296374">
                <a:moveTo>
                  <a:pt x="0" y="0"/>
                </a:moveTo>
                <a:lnTo>
                  <a:pt x="1296374" y="0"/>
                </a:lnTo>
                <a:lnTo>
                  <a:pt x="12963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0089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81716" y="5326491"/>
            <a:ext cx="1296374" cy="2057400"/>
          </a:xfrm>
          <a:custGeom>
            <a:avLst/>
            <a:gdLst/>
            <a:ahLst/>
            <a:cxnLst/>
            <a:rect r="r" b="b" t="t" l="l"/>
            <a:pathLst>
              <a:path h="2057400" w="1296374">
                <a:moveTo>
                  <a:pt x="0" y="0"/>
                </a:moveTo>
                <a:lnTo>
                  <a:pt x="1296374" y="0"/>
                </a:lnTo>
                <a:lnTo>
                  <a:pt x="129637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100891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11518949" y="3269091"/>
            <a:ext cx="1296374" cy="2057400"/>
          </a:xfrm>
          <a:custGeom>
            <a:avLst/>
            <a:gdLst/>
            <a:ahLst/>
            <a:cxnLst/>
            <a:rect r="r" b="b" t="t" l="l"/>
            <a:pathLst>
              <a:path h="2057400" w="1296374">
                <a:moveTo>
                  <a:pt x="1296373" y="0"/>
                </a:moveTo>
                <a:lnTo>
                  <a:pt x="0" y="0"/>
                </a:lnTo>
                <a:lnTo>
                  <a:pt x="0" y="2057400"/>
                </a:lnTo>
                <a:lnTo>
                  <a:pt x="1296373" y="2057400"/>
                </a:lnTo>
                <a:lnTo>
                  <a:pt x="129637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00891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518949" y="7383891"/>
            <a:ext cx="1296374" cy="2057400"/>
          </a:xfrm>
          <a:custGeom>
            <a:avLst/>
            <a:gdLst/>
            <a:ahLst/>
            <a:cxnLst/>
            <a:rect r="r" b="b" t="t" l="l"/>
            <a:pathLst>
              <a:path h="2057400" w="1296374">
                <a:moveTo>
                  <a:pt x="1296373" y="0"/>
                </a:moveTo>
                <a:lnTo>
                  <a:pt x="0" y="0"/>
                </a:lnTo>
                <a:lnTo>
                  <a:pt x="0" y="2057400"/>
                </a:lnTo>
                <a:lnTo>
                  <a:pt x="1296373" y="2057400"/>
                </a:lnTo>
                <a:lnTo>
                  <a:pt x="129637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100891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531009" y="4851101"/>
            <a:ext cx="758190" cy="758190"/>
          </a:xfrm>
          <a:custGeom>
            <a:avLst/>
            <a:gdLst/>
            <a:ahLst/>
            <a:cxnLst/>
            <a:rect r="r" b="b" t="t" l="l"/>
            <a:pathLst>
              <a:path h="758190" w="758190">
                <a:moveTo>
                  <a:pt x="0" y="0"/>
                </a:moveTo>
                <a:lnTo>
                  <a:pt x="758190" y="0"/>
                </a:lnTo>
                <a:lnTo>
                  <a:pt x="758190" y="758190"/>
                </a:lnTo>
                <a:lnTo>
                  <a:pt x="0" y="7581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008595" y="6936646"/>
            <a:ext cx="737235" cy="733425"/>
          </a:xfrm>
          <a:custGeom>
            <a:avLst/>
            <a:gdLst/>
            <a:ahLst/>
            <a:cxnLst/>
            <a:rect r="r" b="b" t="t" l="l"/>
            <a:pathLst>
              <a:path h="733425" w="737235">
                <a:moveTo>
                  <a:pt x="0" y="0"/>
                </a:moveTo>
                <a:lnTo>
                  <a:pt x="737235" y="0"/>
                </a:lnTo>
                <a:lnTo>
                  <a:pt x="73723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269" t="-1659" r="-1573" b="-1717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28878" y="2661108"/>
            <a:ext cx="5039669" cy="3288384"/>
          </a:xfrm>
          <a:custGeom>
            <a:avLst/>
            <a:gdLst/>
            <a:ahLst/>
            <a:cxnLst/>
            <a:rect r="r" b="b" t="t" l="l"/>
            <a:pathLst>
              <a:path h="3288384" w="5039669">
                <a:moveTo>
                  <a:pt x="0" y="0"/>
                </a:moveTo>
                <a:lnTo>
                  <a:pt x="5039669" y="0"/>
                </a:lnTo>
                <a:lnTo>
                  <a:pt x="5039669" y="3288384"/>
                </a:lnTo>
                <a:lnTo>
                  <a:pt x="0" y="328838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64594" y="4750831"/>
            <a:ext cx="1103953" cy="1087394"/>
          </a:xfrm>
          <a:custGeom>
            <a:avLst/>
            <a:gdLst/>
            <a:ahLst/>
            <a:cxnLst/>
            <a:rect r="r" b="b" t="t" l="l"/>
            <a:pathLst>
              <a:path h="1087394" w="1103953">
                <a:moveTo>
                  <a:pt x="0" y="0"/>
                </a:moveTo>
                <a:lnTo>
                  <a:pt x="1103953" y="0"/>
                </a:lnTo>
                <a:lnTo>
                  <a:pt x="1103953" y="1087394"/>
                </a:lnTo>
                <a:lnTo>
                  <a:pt x="0" y="10873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314195" y="4012901"/>
            <a:ext cx="1172748" cy="521873"/>
          </a:xfrm>
          <a:custGeom>
            <a:avLst/>
            <a:gdLst/>
            <a:ahLst/>
            <a:cxnLst/>
            <a:rect r="r" b="b" t="t" l="l"/>
            <a:pathLst>
              <a:path h="521873" w="1172748">
                <a:moveTo>
                  <a:pt x="0" y="0"/>
                </a:moveTo>
                <a:lnTo>
                  <a:pt x="1172748" y="0"/>
                </a:lnTo>
                <a:lnTo>
                  <a:pt x="1172748" y="521872"/>
                </a:lnTo>
                <a:lnTo>
                  <a:pt x="0" y="5218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314195" y="8151655"/>
            <a:ext cx="1172748" cy="521873"/>
          </a:xfrm>
          <a:custGeom>
            <a:avLst/>
            <a:gdLst/>
            <a:ahLst/>
            <a:cxnLst/>
            <a:rect r="r" b="b" t="t" l="l"/>
            <a:pathLst>
              <a:path h="521873" w="1172748">
                <a:moveTo>
                  <a:pt x="0" y="0"/>
                </a:moveTo>
                <a:lnTo>
                  <a:pt x="1172748" y="0"/>
                </a:lnTo>
                <a:lnTo>
                  <a:pt x="1172748" y="521873"/>
                </a:lnTo>
                <a:lnTo>
                  <a:pt x="0" y="52187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1819142" y="6070301"/>
            <a:ext cx="1172748" cy="521873"/>
          </a:xfrm>
          <a:custGeom>
            <a:avLst/>
            <a:gdLst/>
            <a:ahLst/>
            <a:cxnLst/>
            <a:rect r="r" b="b" t="t" l="l"/>
            <a:pathLst>
              <a:path h="521873" w="1172748">
                <a:moveTo>
                  <a:pt x="1172748" y="0"/>
                </a:moveTo>
                <a:lnTo>
                  <a:pt x="0" y="0"/>
                </a:lnTo>
                <a:lnTo>
                  <a:pt x="0" y="521872"/>
                </a:lnTo>
                <a:lnTo>
                  <a:pt x="1172748" y="521872"/>
                </a:lnTo>
                <a:lnTo>
                  <a:pt x="1172748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true" flipV="false" rot="0">
            <a:off x="11819142" y="1979455"/>
            <a:ext cx="1172748" cy="521873"/>
          </a:xfrm>
          <a:custGeom>
            <a:avLst/>
            <a:gdLst/>
            <a:ahLst/>
            <a:cxnLst/>
            <a:rect r="r" b="b" t="t" l="l"/>
            <a:pathLst>
              <a:path h="521873" w="1172748">
                <a:moveTo>
                  <a:pt x="1172748" y="0"/>
                </a:moveTo>
                <a:lnTo>
                  <a:pt x="0" y="0"/>
                </a:lnTo>
                <a:lnTo>
                  <a:pt x="0" y="521873"/>
                </a:lnTo>
                <a:lnTo>
                  <a:pt x="1172748" y="521873"/>
                </a:lnTo>
                <a:lnTo>
                  <a:pt x="1172748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685499" y="2142531"/>
            <a:ext cx="195720" cy="19572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85499" y="6231366"/>
            <a:ext cx="195720" cy="19572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24566" y="4175977"/>
            <a:ext cx="195720" cy="1957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24566" y="8314731"/>
            <a:ext cx="195720" cy="19572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A5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0594597" y="740208"/>
            <a:ext cx="694602" cy="758092"/>
          </a:xfrm>
          <a:custGeom>
            <a:avLst/>
            <a:gdLst/>
            <a:ahLst/>
            <a:cxnLst/>
            <a:rect r="r" b="b" t="t" l="l"/>
            <a:pathLst>
              <a:path h="758092" w="694602">
                <a:moveTo>
                  <a:pt x="0" y="0"/>
                </a:moveTo>
                <a:lnTo>
                  <a:pt x="694602" y="0"/>
                </a:lnTo>
                <a:lnTo>
                  <a:pt x="694602" y="758093"/>
                </a:lnTo>
                <a:lnTo>
                  <a:pt x="0" y="75809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3987640" y="3097514"/>
            <a:ext cx="758190" cy="457757"/>
          </a:xfrm>
          <a:custGeom>
            <a:avLst/>
            <a:gdLst/>
            <a:ahLst/>
            <a:cxnLst/>
            <a:rect r="r" b="b" t="t" l="l"/>
            <a:pathLst>
              <a:path h="457757" w="758190">
                <a:moveTo>
                  <a:pt x="0" y="0"/>
                </a:moveTo>
                <a:lnTo>
                  <a:pt x="758190" y="0"/>
                </a:lnTo>
                <a:lnTo>
                  <a:pt x="758190" y="457757"/>
                </a:lnTo>
                <a:lnTo>
                  <a:pt x="0" y="45775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8520577">
            <a:off x="-1810492" y="-867505"/>
            <a:ext cx="5678384" cy="2576567"/>
          </a:xfrm>
          <a:custGeom>
            <a:avLst/>
            <a:gdLst/>
            <a:ahLst/>
            <a:cxnLst/>
            <a:rect r="r" b="b" t="t" l="l"/>
            <a:pathLst>
              <a:path h="2576567" w="5678384">
                <a:moveTo>
                  <a:pt x="0" y="0"/>
                </a:moveTo>
                <a:lnTo>
                  <a:pt x="5678384" y="0"/>
                </a:lnTo>
                <a:lnTo>
                  <a:pt x="5678384" y="2576567"/>
                </a:lnTo>
                <a:lnTo>
                  <a:pt x="0" y="257656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alphaModFix amt="42000"/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6675165" y="9424053"/>
            <a:ext cx="3225670" cy="1237851"/>
          </a:xfrm>
          <a:custGeom>
            <a:avLst/>
            <a:gdLst/>
            <a:ahLst/>
            <a:cxnLst/>
            <a:rect r="r" b="b" t="t" l="l"/>
            <a:pathLst>
              <a:path h="1237851" w="3225670">
                <a:moveTo>
                  <a:pt x="0" y="0"/>
                </a:moveTo>
                <a:lnTo>
                  <a:pt x="3225670" y="0"/>
                </a:lnTo>
                <a:lnTo>
                  <a:pt x="3225670" y="1237851"/>
                </a:lnTo>
                <a:lnTo>
                  <a:pt x="0" y="1237851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28878" y="6640830"/>
            <a:ext cx="5458769" cy="158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STARTUP GROWTH TIMELINE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55653" y="1765001"/>
            <a:ext cx="255374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Idea Validation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55653" y="5879801"/>
            <a:ext cx="2553746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Product Development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78115" y="3822401"/>
            <a:ext cx="255374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Funding Search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78115" y="7937201"/>
            <a:ext cx="255374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Launch &amp; Scaling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59222" y="2287923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59222" y="6744241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78115" y="4345323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78115" y="8460123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-5743897" y="9573311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7360827" y="-76970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-6474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976654"/>
            <a:ext cx="3615806" cy="2558183"/>
          </a:xfrm>
          <a:custGeom>
            <a:avLst/>
            <a:gdLst/>
            <a:ahLst/>
            <a:cxnLst/>
            <a:rect r="r" b="b" t="t" l="l"/>
            <a:pathLst>
              <a:path h="2558183" w="3615806">
                <a:moveTo>
                  <a:pt x="0" y="0"/>
                </a:moveTo>
                <a:lnTo>
                  <a:pt x="3615806" y="0"/>
                </a:lnTo>
                <a:lnTo>
                  <a:pt x="3615806" y="2558183"/>
                </a:lnTo>
                <a:lnTo>
                  <a:pt x="0" y="25581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33631" y="2976654"/>
            <a:ext cx="3615806" cy="2558183"/>
          </a:xfrm>
          <a:custGeom>
            <a:avLst/>
            <a:gdLst/>
            <a:ahLst/>
            <a:cxnLst/>
            <a:rect r="r" b="b" t="t" l="l"/>
            <a:pathLst>
              <a:path h="2558183" w="3615806">
                <a:moveTo>
                  <a:pt x="0" y="0"/>
                </a:moveTo>
                <a:lnTo>
                  <a:pt x="3615806" y="0"/>
                </a:lnTo>
                <a:lnTo>
                  <a:pt x="3615806" y="2558183"/>
                </a:lnTo>
                <a:lnTo>
                  <a:pt x="0" y="25581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38563" y="2976654"/>
            <a:ext cx="3615806" cy="2558183"/>
          </a:xfrm>
          <a:custGeom>
            <a:avLst/>
            <a:gdLst/>
            <a:ahLst/>
            <a:cxnLst/>
            <a:rect r="r" b="b" t="t" l="l"/>
            <a:pathLst>
              <a:path h="2558183" w="3615806">
                <a:moveTo>
                  <a:pt x="0" y="0"/>
                </a:moveTo>
                <a:lnTo>
                  <a:pt x="3615806" y="0"/>
                </a:lnTo>
                <a:lnTo>
                  <a:pt x="3615806" y="2558183"/>
                </a:lnTo>
                <a:lnTo>
                  <a:pt x="0" y="25581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43494" y="2976654"/>
            <a:ext cx="3615806" cy="2558183"/>
          </a:xfrm>
          <a:custGeom>
            <a:avLst/>
            <a:gdLst/>
            <a:ahLst/>
            <a:cxnLst/>
            <a:rect r="r" b="b" t="t" l="l"/>
            <a:pathLst>
              <a:path h="2558183" w="3615806">
                <a:moveTo>
                  <a:pt x="0" y="0"/>
                </a:moveTo>
                <a:lnTo>
                  <a:pt x="3615806" y="0"/>
                </a:lnTo>
                <a:lnTo>
                  <a:pt x="3615806" y="2558183"/>
                </a:lnTo>
                <a:lnTo>
                  <a:pt x="0" y="25581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6025231"/>
            <a:ext cx="228600" cy="2595705"/>
            <a:chOff x="0" y="0"/>
            <a:chExt cx="60207" cy="6836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207" cy="683643"/>
            </a:xfrm>
            <a:custGeom>
              <a:avLst/>
              <a:gdLst/>
              <a:ahLst/>
              <a:cxnLst/>
              <a:rect r="r" b="b" t="t" l="l"/>
              <a:pathLst>
                <a:path h="683643" w="60207">
                  <a:moveTo>
                    <a:pt x="0" y="0"/>
                  </a:moveTo>
                  <a:lnTo>
                    <a:pt x="60207" y="0"/>
                  </a:lnTo>
                  <a:lnTo>
                    <a:pt x="60207" y="683643"/>
                  </a:lnTo>
                  <a:lnTo>
                    <a:pt x="0" y="683643"/>
                  </a:ln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0207" cy="731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3631" y="6025231"/>
            <a:ext cx="228600" cy="2595705"/>
            <a:chOff x="0" y="0"/>
            <a:chExt cx="60207" cy="6836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207" cy="683643"/>
            </a:xfrm>
            <a:custGeom>
              <a:avLst/>
              <a:gdLst/>
              <a:ahLst/>
              <a:cxnLst/>
              <a:rect r="r" b="b" t="t" l="l"/>
              <a:pathLst>
                <a:path h="683643" w="60207">
                  <a:moveTo>
                    <a:pt x="0" y="0"/>
                  </a:moveTo>
                  <a:lnTo>
                    <a:pt x="60207" y="0"/>
                  </a:lnTo>
                  <a:lnTo>
                    <a:pt x="60207" y="683643"/>
                  </a:lnTo>
                  <a:lnTo>
                    <a:pt x="0" y="683643"/>
                  </a:ln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0207" cy="731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5478499"/>
            <a:ext cx="8210322" cy="358090"/>
          </a:xfrm>
          <a:custGeom>
            <a:avLst/>
            <a:gdLst/>
            <a:ahLst/>
            <a:cxnLst/>
            <a:rect r="r" b="b" t="t" l="l"/>
            <a:pathLst>
              <a:path h="358090" w="8210322">
                <a:moveTo>
                  <a:pt x="0" y="0"/>
                </a:moveTo>
                <a:lnTo>
                  <a:pt x="8210322" y="0"/>
                </a:lnTo>
                <a:lnTo>
                  <a:pt x="8210322" y="358090"/>
                </a:lnTo>
                <a:lnTo>
                  <a:pt x="0" y="358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573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48978" y="5478499"/>
            <a:ext cx="8210322" cy="358090"/>
          </a:xfrm>
          <a:custGeom>
            <a:avLst/>
            <a:gdLst/>
            <a:ahLst/>
            <a:cxnLst/>
            <a:rect r="r" b="b" t="t" l="l"/>
            <a:pathLst>
              <a:path h="358090" w="8210322">
                <a:moveTo>
                  <a:pt x="0" y="0"/>
                </a:moveTo>
                <a:lnTo>
                  <a:pt x="8210322" y="0"/>
                </a:lnTo>
                <a:lnTo>
                  <a:pt x="8210322" y="358090"/>
                </a:lnTo>
                <a:lnTo>
                  <a:pt x="0" y="358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-5732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14292" y="3273310"/>
            <a:ext cx="1419557" cy="141955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8627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17202" y="3273310"/>
            <a:ext cx="1419557" cy="141955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8627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20112" y="3273310"/>
            <a:ext cx="1419557" cy="141955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862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923022" y="3273310"/>
            <a:ext cx="1419557" cy="141955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8627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38563" y="6025231"/>
            <a:ext cx="228600" cy="2595705"/>
            <a:chOff x="0" y="0"/>
            <a:chExt cx="60207" cy="6836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207" cy="683643"/>
            </a:xfrm>
            <a:custGeom>
              <a:avLst/>
              <a:gdLst/>
              <a:ahLst/>
              <a:cxnLst/>
              <a:rect r="r" b="b" t="t" l="l"/>
              <a:pathLst>
                <a:path h="683643" w="60207">
                  <a:moveTo>
                    <a:pt x="0" y="0"/>
                  </a:moveTo>
                  <a:lnTo>
                    <a:pt x="60207" y="0"/>
                  </a:lnTo>
                  <a:lnTo>
                    <a:pt x="60207" y="683643"/>
                  </a:lnTo>
                  <a:lnTo>
                    <a:pt x="0" y="683643"/>
                  </a:ln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0207" cy="731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643494" y="6025231"/>
            <a:ext cx="228600" cy="2595705"/>
            <a:chOff x="0" y="0"/>
            <a:chExt cx="60207" cy="6836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207" cy="683643"/>
            </a:xfrm>
            <a:custGeom>
              <a:avLst/>
              <a:gdLst/>
              <a:ahLst/>
              <a:cxnLst/>
              <a:rect r="r" b="b" t="t" l="l"/>
              <a:pathLst>
                <a:path h="683643" w="60207">
                  <a:moveTo>
                    <a:pt x="0" y="0"/>
                  </a:moveTo>
                  <a:lnTo>
                    <a:pt x="60207" y="0"/>
                  </a:lnTo>
                  <a:lnTo>
                    <a:pt x="60207" y="683643"/>
                  </a:lnTo>
                  <a:lnTo>
                    <a:pt x="0" y="683643"/>
                  </a:lnTo>
                  <a:close/>
                </a:path>
              </a:pathLst>
            </a:custGeom>
            <a:solidFill>
              <a:srgbClr val="FDCA5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0207" cy="731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584540" y="3603993"/>
            <a:ext cx="879061" cy="758190"/>
          </a:xfrm>
          <a:custGeom>
            <a:avLst/>
            <a:gdLst/>
            <a:ahLst/>
            <a:cxnLst/>
            <a:rect r="r" b="b" t="t" l="l"/>
            <a:pathLst>
              <a:path h="758190" w="879061">
                <a:moveTo>
                  <a:pt x="0" y="0"/>
                </a:moveTo>
                <a:lnTo>
                  <a:pt x="879061" y="0"/>
                </a:lnTo>
                <a:lnTo>
                  <a:pt x="879061" y="758190"/>
                </a:lnTo>
                <a:lnTo>
                  <a:pt x="0" y="7581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5868262" y="3603993"/>
            <a:ext cx="717437" cy="758190"/>
          </a:xfrm>
          <a:custGeom>
            <a:avLst/>
            <a:gdLst/>
            <a:ahLst/>
            <a:cxnLst/>
            <a:rect r="r" b="b" t="t" l="l"/>
            <a:pathLst>
              <a:path h="758190" w="717437">
                <a:moveTo>
                  <a:pt x="0" y="0"/>
                </a:moveTo>
                <a:lnTo>
                  <a:pt x="717437" y="0"/>
                </a:lnTo>
                <a:lnTo>
                  <a:pt x="717437" y="758190"/>
                </a:lnTo>
                <a:lnTo>
                  <a:pt x="0" y="7581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0031269" y="3612371"/>
            <a:ext cx="797242" cy="741436"/>
          </a:xfrm>
          <a:custGeom>
            <a:avLst/>
            <a:gdLst/>
            <a:ahLst/>
            <a:cxnLst/>
            <a:rect r="r" b="b" t="t" l="l"/>
            <a:pathLst>
              <a:path h="741436" w="797242">
                <a:moveTo>
                  <a:pt x="0" y="0"/>
                </a:moveTo>
                <a:lnTo>
                  <a:pt x="797243" y="0"/>
                </a:lnTo>
                <a:lnTo>
                  <a:pt x="797243" y="741435"/>
                </a:lnTo>
                <a:lnTo>
                  <a:pt x="0" y="74143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4207986" y="3580181"/>
            <a:ext cx="849630" cy="805815"/>
          </a:xfrm>
          <a:custGeom>
            <a:avLst/>
            <a:gdLst/>
            <a:ahLst/>
            <a:cxnLst/>
            <a:rect r="r" b="b" t="t" l="l"/>
            <a:pathLst>
              <a:path h="805815" w="849630">
                <a:moveTo>
                  <a:pt x="0" y="0"/>
                </a:moveTo>
                <a:lnTo>
                  <a:pt x="849630" y="0"/>
                </a:lnTo>
                <a:lnTo>
                  <a:pt x="849630" y="805815"/>
                </a:lnTo>
                <a:lnTo>
                  <a:pt x="0" y="80581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556" t="-3723" r="-1582" b="-502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false" rot="-1350907">
            <a:off x="-895603" y="-1087070"/>
            <a:ext cx="2525082" cy="2563535"/>
          </a:xfrm>
          <a:custGeom>
            <a:avLst/>
            <a:gdLst/>
            <a:ahLst/>
            <a:cxnLst/>
            <a:rect r="r" b="b" t="t" l="l"/>
            <a:pathLst>
              <a:path h="2563535" w="2525082">
                <a:moveTo>
                  <a:pt x="0" y="0"/>
                </a:moveTo>
                <a:lnTo>
                  <a:pt x="2525082" y="0"/>
                </a:lnTo>
                <a:lnTo>
                  <a:pt x="2525082" y="2563536"/>
                </a:lnTo>
                <a:lnTo>
                  <a:pt x="0" y="256353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4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595502" y="8993402"/>
            <a:ext cx="2968236" cy="2159391"/>
          </a:xfrm>
          <a:custGeom>
            <a:avLst/>
            <a:gdLst/>
            <a:ahLst/>
            <a:cxnLst/>
            <a:rect r="r" b="b" t="t" l="l"/>
            <a:pathLst>
              <a:path h="2159391" w="2968236">
                <a:moveTo>
                  <a:pt x="0" y="0"/>
                </a:moveTo>
                <a:lnTo>
                  <a:pt x="2968236" y="0"/>
                </a:lnTo>
                <a:lnTo>
                  <a:pt x="2968236" y="2159391"/>
                </a:lnTo>
                <a:lnTo>
                  <a:pt x="0" y="215939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096098" y="848603"/>
            <a:ext cx="8095804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IMPLEMENTATION TIMELINE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7502" y="6377386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Planning &amp; Approval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92215" y="3960470"/>
            <a:ext cx="78305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96136" y="3960470"/>
            <a:ext cx="78305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32434" y="6377386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System Development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7502" y="7305572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732434" y="7305572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937365" y="6377386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Testing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937365" y="6924572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142297" y="6377386"/>
            <a:ext cx="255374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Go-Live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142297" y="6924572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000056" y="3960470"/>
            <a:ext cx="78305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203977" y="3960470"/>
            <a:ext cx="78305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-5743897" y="9573311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7360827" y="-76970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-6474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2472" y="4618882"/>
            <a:ext cx="2553843" cy="2426151"/>
          </a:xfrm>
          <a:custGeom>
            <a:avLst/>
            <a:gdLst/>
            <a:ahLst/>
            <a:cxnLst/>
            <a:rect r="r" b="b" t="t" l="l"/>
            <a:pathLst>
              <a:path h="2426151" w="2553843">
                <a:moveTo>
                  <a:pt x="0" y="0"/>
                </a:moveTo>
                <a:lnTo>
                  <a:pt x="2553843" y="0"/>
                </a:lnTo>
                <a:lnTo>
                  <a:pt x="2553843" y="2426151"/>
                </a:lnTo>
                <a:lnTo>
                  <a:pt x="0" y="24261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90157" y="4618882"/>
            <a:ext cx="2553843" cy="2426151"/>
          </a:xfrm>
          <a:custGeom>
            <a:avLst/>
            <a:gdLst/>
            <a:ahLst/>
            <a:cxnLst/>
            <a:rect r="r" b="b" t="t" l="l"/>
            <a:pathLst>
              <a:path h="2426151" w="2553843">
                <a:moveTo>
                  <a:pt x="0" y="0"/>
                </a:moveTo>
                <a:lnTo>
                  <a:pt x="2553843" y="0"/>
                </a:lnTo>
                <a:lnTo>
                  <a:pt x="2553843" y="2426151"/>
                </a:lnTo>
                <a:lnTo>
                  <a:pt x="0" y="24261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4036315" y="4618882"/>
            <a:ext cx="2553843" cy="2426151"/>
          </a:xfrm>
          <a:custGeom>
            <a:avLst/>
            <a:gdLst/>
            <a:ahLst/>
            <a:cxnLst/>
            <a:rect r="r" b="b" t="t" l="l"/>
            <a:pathLst>
              <a:path h="2426151" w="2553843">
                <a:moveTo>
                  <a:pt x="0" y="2426151"/>
                </a:moveTo>
                <a:lnTo>
                  <a:pt x="2553842" y="2426151"/>
                </a:lnTo>
                <a:lnTo>
                  <a:pt x="2553842" y="0"/>
                </a:lnTo>
                <a:lnTo>
                  <a:pt x="0" y="0"/>
                </a:lnTo>
                <a:lnTo>
                  <a:pt x="0" y="242615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9144000" y="4618882"/>
            <a:ext cx="2553843" cy="2426151"/>
          </a:xfrm>
          <a:custGeom>
            <a:avLst/>
            <a:gdLst/>
            <a:ahLst/>
            <a:cxnLst/>
            <a:rect r="r" b="b" t="t" l="l"/>
            <a:pathLst>
              <a:path h="2426151" w="2553843">
                <a:moveTo>
                  <a:pt x="0" y="2426151"/>
                </a:moveTo>
                <a:lnTo>
                  <a:pt x="2553843" y="2426151"/>
                </a:lnTo>
                <a:lnTo>
                  <a:pt x="2553843" y="0"/>
                </a:lnTo>
                <a:lnTo>
                  <a:pt x="0" y="0"/>
                </a:lnTo>
                <a:lnTo>
                  <a:pt x="0" y="242615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697843" y="4618882"/>
            <a:ext cx="2553843" cy="2426151"/>
          </a:xfrm>
          <a:custGeom>
            <a:avLst/>
            <a:gdLst/>
            <a:ahLst/>
            <a:cxnLst/>
            <a:rect r="r" b="b" t="t" l="l"/>
            <a:pathLst>
              <a:path h="2426151" w="2553843">
                <a:moveTo>
                  <a:pt x="0" y="0"/>
                </a:moveTo>
                <a:lnTo>
                  <a:pt x="2553842" y="0"/>
                </a:lnTo>
                <a:lnTo>
                  <a:pt x="2553842" y="2426151"/>
                </a:lnTo>
                <a:lnTo>
                  <a:pt x="0" y="24261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298268" y="4877810"/>
            <a:ext cx="1603972" cy="1603972"/>
          </a:xfrm>
          <a:custGeom>
            <a:avLst/>
            <a:gdLst/>
            <a:ahLst/>
            <a:cxnLst/>
            <a:rect r="r" b="b" t="t" l="l"/>
            <a:pathLst>
              <a:path h="1603972" w="1603972">
                <a:moveTo>
                  <a:pt x="0" y="0"/>
                </a:moveTo>
                <a:lnTo>
                  <a:pt x="1603972" y="0"/>
                </a:lnTo>
                <a:lnTo>
                  <a:pt x="1603972" y="1603972"/>
                </a:lnTo>
                <a:lnTo>
                  <a:pt x="0" y="16039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744426" y="5409999"/>
            <a:ext cx="1603972" cy="1603972"/>
          </a:xfrm>
          <a:custGeom>
            <a:avLst/>
            <a:gdLst/>
            <a:ahLst/>
            <a:cxnLst/>
            <a:rect r="r" b="b" t="t" l="l"/>
            <a:pathLst>
              <a:path h="1603972" w="1603972">
                <a:moveTo>
                  <a:pt x="0" y="0"/>
                </a:moveTo>
                <a:lnTo>
                  <a:pt x="1603972" y="0"/>
                </a:lnTo>
                <a:lnTo>
                  <a:pt x="1603972" y="1603972"/>
                </a:lnTo>
                <a:lnTo>
                  <a:pt x="0" y="16039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5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190583" y="4877810"/>
            <a:ext cx="1603972" cy="1603972"/>
          </a:xfrm>
          <a:custGeom>
            <a:avLst/>
            <a:gdLst/>
            <a:ahLst/>
            <a:cxnLst/>
            <a:rect r="r" b="b" t="t" l="l"/>
            <a:pathLst>
              <a:path h="1603972" w="1603972">
                <a:moveTo>
                  <a:pt x="0" y="0"/>
                </a:moveTo>
                <a:lnTo>
                  <a:pt x="1603972" y="0"/>
                </a:lnTo>
                <a:lnTo>
                  <a:pt x="1603972" y="1603972"/>
                </a:lnTo>
                <a:lnTo>
                  <a:pt x="0" y="160397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75000"/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4636740" y="5409999"/>
            <a:ext cx="1603972" cy="1603972"/>
          </a:xfrm>
          <a:custGeom>
            <a:avLst/>
            <a:gdLst/>
            <a:ahLst/>
            <a:cxnLst/>
            <a:rect r="r" b="b" t="t" l="l"/>
            <a:pathLst>
              <a:path h="1603972" w="1603972">
                <a:moveTo>
                  <a:pt x="0" y="0"/>
                </a:moveTo>
                <a:lnTo>
                  <a:pt x="1603972" y="0"/>
                </a:lnTo>
                <a:lnTo>
                  <a:pt x="1603972" y="1603972"/>
                </a:lnTo>
                <a:lnTo>
                  <a:pt x="0" y="16039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5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082898" y="4877810"/>
            <a:ext cx="1603972" cy="1603972"/>
          </a:xfrm>
          <a:custGeom>
            <a:avLst/>
            <a:gdLst/>
            <a:ahLst/>
            <a:cxnLst/>
            <a:rect r="r" b="b" t="t" l="l"/>
            <a:pathLst>
              <a:path h="1603972" w="1603972">
                <a:moveTo>
                  <a:pt x="0" y="0"/>
                </a:moveTo>
                <a:lnTo>
                  <a:pt x="1603972" y="0"/>
                </a:lnTo>
                <a:lnTo>
                  <a:pt x="1603972" y="1603972"/>
                </a:lnTo>
                <a:lnTo>
                  <a:pt x="0" y="16039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5000"/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3786029" y="5554306"/>
            <a:ext cx="500475" cy="50047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5C9EE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39871" y="5554306"/>
            <a:ext cx="500475" cy="5004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4CCCAC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82898" y="4877810"/>
            <a:ext cx="1352992" cy="135299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636740" y="5409999"/>
            <a:ext cx="1352992" cy="135299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90583" y="4877810"/>
            <a:ext cx="1352992" cy="135299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44426" y="5409999"/>
            <a:ext cx="1352992" cy="135299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98268" y="4877810"/>
            <a:ext cx="1352992" cy="135299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true" rot="0">
            <a:off x="14251685" y="4618882"/>
            <a:ext cx="2553843" cy="2426151"/>
          </a:xfrm>
          <a:custGeom>
            <a:avLst/>
            <a:gdLst/>
            <a:ahLst/>
            <a:cxnLst/>
            <a:rect r="r" b="b" t="t" l="l"/>
            <a:pathLst>
              <a:path h="2426151" w="2553843">
                <a:moveTo>
                  <a:pt x="0" y="2426151"/>
                </a:moveTo>
                <a:lnTo>
                  <a:pt x="2553843" y="2426151"/>
                </a:lnTo>
                <a:lnTo>
                  <a:pt x="2553843" y="0"/>
                </a:lnTo>
                <a:lnTo>
                  <a:pt x="0" y="0"/>
                </a:lnTo>
                <a:lnTo>
                  <a:pt x="0" y="2426151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4852111" y="5409999"/>
            <a:ext cx="1604010" cy="1604010"/>
          </a:xfrm>
          <a:custGeom>
            <a:avLst/>
            <a:gdLst/>
            <a:ahLst/>
            <a:cxnLst/>
            <a:rect r="r" b="b" t="t" l="l"/>
            <a:pathLst>
              <a:path h="1604010" w="1604010">
                <a:moveTo>
                  <a:pt x="0" y="0"/>
                </a:moveTo>
                <a:lnTo>
                  <a:pt x="1604010" y="0"/>
                </a:lnTo>
                <a:lnTo>
                  <a:pt x="1604010" y="1604010"/>
                </a:lnTo>
                <a:lnTo>
                  <a:pt x="0" y="160401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75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6" id="36"/>
          <p:cNvGrpSpPr/>
          <p:nvPr/>
        </p:nvGrpSpPr>
        <p:grpSpPr>
          <a:xfrm rot="0">
            <a:off x="14852111" y="5409999"/>
            <a:ext cx="1352992" cy="135299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2360772" y="5157678"/>
            <a:ext cx="797243" cy="793256"/>
          </a:xfrm>
          <a:custGeom>
            <a:avLst/>
            <a:gdLst/>
            <a:ahLst/>
            <a:cxnLst/>
            <a:rect r="r" b="b" t="t" l="l"/>
            <a:pathLst>
              <a:path h="793256" w="797243">
                <a:moveTo>
                  <a:pt x="0" y="0"/>
                </a:moveTo>
                <a:lnTo>
                  <a:pt x="797243" y="0"/>
                </a:lnTo>
                <a:lnTo>
                  <a:pt x="797243" y="793256"/>
                </a:lnTo>
                <a:lnTo>
                  <a:pt x="0" y="7932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4942160" y="5691207"/>
            <a:ext cx="742152" cy="790575"/>
          </a:xfrm>
          <a:custGeom>
            <a:avLst/>
            <a:gdLst/>
            <a:ahLst/>
            <a:cxnLst/>
            <a:rect r="r" b="b" t="t" l="l"/>
            <a:pathLst>
              <a:path h="790575" w="742152">
                <a:moveTo>
                  <a:pt x="0" y="0"/>
                </a:moveTo>
                <a:lnTo>
                  <a:pt x="742152" y="0"/>
                </a:lnTo>
                <a:lnTo>
                  <a:pt x="742152" y="790575"/>
                </a:lnTo>
                <a:lnTo>
                  <a:pt x="0" y="79057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7508360" y="5175211"/>
            <a:ext cx="717437" cy="758190"/>
          </a:xfrm>
          <a:custGeom>
            <a:avLst/>
            <a:gdLst/>
            <a:ahLst/>
            <a:cxnLst/>
            <a:rect r="r" b="b" t="t" l="l"/>
            <a:pathLst>
              <a:path h="758190" w="717437">
                <a:moveTo>
                  <a:pt x="0" y="0"/>
                </a:moveTo>
                <a:lnTo>
                  <a:pt x="717437" y="0"/>
                </a:lnTo>
                <a:lnTo>
                  <a:pt x="717437" y="758190"/>
                </a:lnTo>
                <a:lnTo>
                  <a:pt x="0" y="75819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false" flipV="false" rot="0">
            <a:off x="9963942" y="5691207"/>
            <a:ext cx="913960" cy="790575"/>
          </a:xfrm>
          <a:custGeom>
            <a:avLst/>
            <a:gdLst/>
            <a:ahLst/>
            <a:cxnLst/>
            <a:rect r="r" b="b" t="t" l="l"/>
            <a:pathLst>
              <a:path h="790575" w="913960">
                <a:moveTo>
                  <a:pt x="0" y="0"/>
                </a:moveTo>
                <a:lnTo>
                  <a:pt x="913959" y="0"/>
                </a:lnTo>
                <a:lnTo>
                  <a:pt x="913959" y="790575"/>
                </a:lnTo>
                <a:lnTo>
                  <a:pt x="0" y="79057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3" id="43"/>
          <p:cNvSpPr/>
          <p:nvPr/>
        </p:nvSpPr>
        <p:spPr>
          <a:xfrm flipH="false" flipV="false" rot="0">
            <a:off x="12571607" y="5155685"/>
            <a:ext cx="806314" cy="797242"/>
          </a:xfrm>
          <a:custGeom>
            <a:avLst/>
            <a:gdLst/>
            <a:ahLst/>
            <a:cxnLst/>
            <a:rect r="r" b="b" t="t" l="l"/>
            <a:pathLst>
              <a:path h="797242" w="806314">
                <a:moveTo>
                  <a:pt x="0" y="0"/>
                </a:moveTo>
                <a:lnTo>
                  <a:pt x="806314" y="0"/>
                </a:lnTo>
                <a:lnTo>
                  <a:pt x="806314" y="797242"/>
                </a:lnTo>
                <a:lnTo>
                  <a:pt x="0" y="79724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15100274" y="5738475"/>
            <a:ext cx="856665" cy="696040"/>
          </a:xfrm>
          <a:custGeom>
            <a:avLst/>
            <a:gdLst/>
            <a:ahLst/>
            <a:cxnLst/>
            <a:rect r="r" b="b" t="t" l="l"/>
            <a:pathLst>
              <a:path h="696040" w="856665">
                <a:moveTo>
                  <a:pt x="0" y="0"/>
                </a:moveTo>
                <a:lnTo>
                  <a:pt x="856665" y="0"/>
                </a:lnTo>
                <a:lnTo>
                  <a:pt x="856665" y="696040"/>
                </a:lnTo>
                <a:lnTo>
                  <a:pt x="0" y="69604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5" id="45"/>
          <p:cNvGrpSpPr/>
          <p:nvPr/>
        </p:nvGrpSpPr>
        <p:grpSpPr>
          <a:xfrm rot="0">
            <a:off x="8893714" y="5554306"/>
            <a:ext cx="500475" cy="50047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B1D886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447557" y="5554306"/>
            <a:ext cx="500475" cy="500475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FDCA5E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001399" y="5554306"/>
            <a:ext cx="500475" cy="500475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EA5462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555242" y="5554306"/>
            <a:ext cx="500475" cy="50047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52647E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3909139" y="5677417"/>
            <a:ext cx="254254" cy="254254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9EE5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462982" y="5677417"/>
            <a:ext cx="254254" cy="254254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CCAC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016825" y="5677417"/>
            <a:ext cx="254254" cy="254254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D886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1570667" y="5677417"/>
            <a:ext cx="254254" cy="254254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A5E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124510" y="5677417"/>
            <a:ext cx="254254" cy="254254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5462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6678353" y="5677417"/>
            <a:ext cx="254254" cy="254254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2647E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6932606" y="9463703"/>
            <a:ext cx="1446944" cy="1646594"/>
          </a:xfrm>
          <a:custGeom>
            <a:avLst/>
            <a:gdLst/>
            <a:ahLst/>
            <a:cxnLst/>
            <a:rect r="r" b="b" t="t" l="l"/>
            <a:pathLst>
              <a:path h="1646594" w="1446944">
                <a:moveTo>
                  <a:pt x="0" y="0"/>
                </a:moveTo>
                <a:lnTo>
                  <a:pt x="1446945" y="0"/>
                </a:lnTo>
                <a:lnTo>
                  <a:pt x="1446945" y="1646594"/>
                </a:lnTo>
                <a:lnTo>
                  <a:pt x="0" y="164659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alphaModFix amt="25000"/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-8100000">
            <a:off x="-781277" y="-1067994"/>
            <a:ext cx="2474216" cy="2127825"/>
          </a:xfrm>
          <a:custGeom>
            <a:avLst/>
            <a:gdLst/>
            <a:ahLst/>
            <a:cxnLst/>
            <a:rect r="r" b="b" t="t" l="l"/>
            <a:pathLst>
              <a:path h="2127825" w="2474216">
                <a:moveTo>
                  <a:pt x="0" y="0"/>
                </a:moveTo>
                <a:lnTo>
                  <a:pt x="2474215" y="0"/>
                </a:lnTo>
                <a:lnTo>
                  <a:pt x="2474215" y="2127825"/>
                </a:lnTo>
                <a:lnTo>
                  <a:pt x="0" y="212782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alphaModFix amt="41000"/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-5743897" y="9573311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7360827" y="-76970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TextBox 79" id="79"/>
          <p:cNvSpPr txBox="true"/>
          <p:nvPr/>
        </p:nvSpPr>
        <p:spPr>
          <a:xfrm rot="0">
            <a:off x="5514082" y="848603"/>
            <a:ext cx="7259836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HR ONBOARDING TIMELINE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82520" y="7366184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Planning &amp; Approval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036363" y="2391015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Planning &amp; Approval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590206" y="7366184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Planning &amp; Approval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144049" y="2391015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Planning &amp; Approval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84305" y="8294370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738148" y="3319201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6291990" y="8294370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8845833" y="3319201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697891" y="7366184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Planning &amp; Approval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4251734" y="2391015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Planning &amp; Approval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399676" y="8294370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953519" y="3319201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market needs and initial concepts for a new product.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1918847" y="1716017"/>
            <a:ext cx="2277356" cy="4057650"/>
          </a:xfrm>
          <a:custGeom>
            <a:avLst/>
            <a:gdLst/>
            <a:ahLst/>
            <a:cxnLst/>
            <a:rect r="r" b="b" t="t" l="l"/>
            <a:pathLst>
              <a:path h="4057650" w="2277356">
                <a:moveTo>
                  <a:pt x="0" y="4057650"/>
                </a:moveTo>
                <a:lnTo>
                  <a:pt x="2277356" y="4057650"/>
                </a:lnTo>
                <a:lnTo>
                  <a:pt x="2277356" y="0"/>
                </a:lnTo>
                <a:lnTo>
                  <a:pt x="0" y="0"/>
                </a:lnTo>
                <a:lnTo>
                  <a:pt x="0" y="40576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5976497" y="3329251"/>
            <a:ext cx="2277356" cy="4057650"/>
          </a:xfrm>
          <a:custGeom>
            <a:avLst/>
            <a:gdLst/>
            <a:ahLst/>
            <a:cxnLst/>
            <a:rect r="r" b="b" t="t" l="l"/>
            <a:pathLst>
              <a:path h="4057650" w="2277356">
                <a:moveTo>
                  <a:pt x="0" y="4057650"/>
                </a:moveTo>
                <a:lnTo>
                  <a:pt x="2277356" y="4057650"/>
                </a:lnTo>
                <a:lnTo>
                  <a:pt x="2277356" y="0"/>
                </a:lnTo>
                <a:lnTo>
                  <a:pt x="0" y="0"/>
                </a:lnTo>
                <a:lnTo>
                  <a:pt x="0" y="40576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10034147" y="1716017"/>
            <a:ext cx="2277356" cy="4057650"/>
          </a:xfrm>
          <a:custGeom>
            <a:avLst/>
            <a:gdLst/>
            <a:ahLst/>
            <a:cxnLst/>
            <a:rect r="r" b="b" t="t" l="l"/>
            <a:pathLst>
              <a:path h="4057650" w="2277356">
                <a:moveTo>
                  <a:pt x="0" y="4057650"/>
                </a:moveTo>
                <a:lnTo>
                  <a:pt x="2277356" y="4057650"/>
                </a:lnTo>
                <a:lnTo>
                  <a:pt x="2277356" y="0"/>
                </a:lnTo>
                <a:lnTo>
                  <a:pt x="0" y="0"/>
                </a:lnTo>
                <a:lnTo>
                  <a:pt x="0" y="405765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14091797" y="3329251"/>
            <a:ext cx="2277356" cy="4057650"/>
          </a:xfrm>
          <a:custGeom>
            <a:avLst/>
            <a:gdLst/>
            <a:ahLst/>
            <a:cxnLst/>
            <a:rect r="r" b="b" t="t" l="l"/>
            <a:pathLst>
              <a:path h="4057650" w="2277356">
                <a:moveTo>
                  <a:pt x="0" y="4057650"/>
                </a:moveTo>
                <a:lnTo>
                  <a:pt x="2277356" y="4057650"/>
                </a:lnTo>
                <a:lnTo>
                  <a:pt x="2277356" y="0"/>
                </a:lnTo>
                <a:lnTo>
                  <a:pt x="0" y="0"/>
                </a:lnTo>
                <a:lnTo>
                  <a:pt x="0" y="405765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28700" y="4553639"/>
            <a:ext cx="533322" cy="671593"/>
          </a:xfrm>
          <a:custGeom>
            <a:avLst/>
            <a:gdLst/>
            <a:ahLst/>
            <a:cxnLst/>
            <a:rect r="r" b="b" t="t" l="l"/>
            <a:pathLst>
              <a:path h="671593" w="533322">
                <a:moveTo>
                  <a:pt x="533322" y="0"/>
                </a:moveTo>
                <a:lnTo>
                  <a:pt x="0" y="0"/>
                </a:lnTo>
                <a:lnTo>
                  <a:pt x="0" y="671594"/>
                </a:lnTo>
                <a:lnTo>
                  <a:pt x="533322" y="671594"/>
                </a:lnTo>
                <a:lnTo>
                  <a:pt x="53332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232428" t="-186163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5086350" y="6166873"/>
            <a:ext cx="533322" cy="671593"/>
          </a:xfrm>
          <a:custGeom>
            <a:avLst/>
            <a:gdLst/>
            <a:ahLst/>
            <a:cxnLst/>
            <a:rect r="r" b="b" t="t" l="l"/>
            <a:pathLst>
              <a:path h="671593" w="533322">
                <a:moveTo>
                  <a:pt x="533322" y="0"/>
                </a:moveTo>
                <a:lnTo>
                  <a:pt x="0" y="0"/>
                </a:lnTo>
                <a:lnTo>
                  <a:pt x="0" y="671593"/>
                </a:lnTo>
                <a:lnTo>
                  <a:pt x="533322" y="671593"/>
                </a:lnTo>
                <a:lnTo>
                  <a:pt x="533322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232428" t="-186163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144000" y="4553639"/>
            <a:ext cx="533322" cy="671593"/>
          </a:xfrm>
          <a:custGeom>
            <a:avLst/>
            <a:gdLst/>
            <a:ahLst/>
            <a:cxnLst/>
            <a:rect r="r" b="b" t="t" l="l"/>
            <a:pathLst>
              <a:path h="671593" w="533322">
                <a:moveTo>
                  <a:pt x="533322" y="0"/>
                </a:moveTo>
                <a:lnTo>
                  <a:pt x="0" y="0"/>
                </a:lnTo>
                <a:lnTo>
                  <a:pt x="0" y="671594"/>
                </a:lnTo>
                <a:lnTo>
                  <a:pt x="533322" y="671594"/>
                </a:lnTo>
                <a:lnTo>
                  <a:pt x="533322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232428" t="-186163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201650" y="6166873"/>
            <a:ext cx="533322" cy="671593"/>
          </a:xfrm>
          <a:custGeom>
            <a:avLst/>
            <a:gdLst/>
            <a:ahLst/>
            <a:cxnLst/>
            <a:rect r="r" b="b" t="t" l="l"/>
            <a:pathLst>
              <a:path h="671593" w="533322">
                <a:moveTo>
                  <a:pt x="533322" y="0"/>
                </a:moveTo>
                <a:lnTo>
                  <a:pt x="0" y="0"/>
                </a:lnTo>
                <a:lnTo>
                  <a:pt x="0" y="671593"/>
                </a:lnTo>
                <a:lnTo>
                  <a:pt x="533322" y="671593"/>
                </a:lnTo>
                <a:lnTo>
                  <a:pt x="533322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232428" t="-186163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56250" y="4829400"/>
            <a:ext cx="954150" cy="1049959"/>
          </a:xfrm>
          <a:custGeom>
            <a:avLst/>
            <a:gdLst/>
            <a:ahLst/>
            <a:cxnLst/>
            <a:rect r="r" b="b" t="t" l="l"/>
            <a:pathLst>
              <a:path h="1049959" w="954150">
                <a:moveTo>
                  <a:pt x="0" y="0"/>
                </a:moveTo>
                <a:lnTo>
                  <a:pt x="954150" y="0"/>
                </a:lnTo>
                <a:lnTo>
                  <a:pt x="954150" y="1049959"/>
                </a:lnTo>
                <a:lnTo>
                  <a:pt x="0" y="10499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115550" y="3216167"/>
            <a:ext cx="954150" cy="1049959"/>
          </a:xfrm>
          <a:custGeom>
            <a:avLst/>
            <a:gdLst/>
            <a:ahLst/>
            <a:cxnLst/>
            <a:rect r="r" b="b" t="t" l="l"/>
            <a:pathLst>
              <a:path h="1049959" w="954150">
                <a:moveTo>
                  <a:pt x="0" y="0"/>
                </a:moveTo>
                <a:lnTo>
                  <a:pt x="954150" y="0"/>
                </a:lnTo>
                <a:lnTo>
                  <a:pt x="954150" y="1049959"/>
                </a:lnTo>
                <a:lnTo>
                  <a:pt x="0" y="104995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4173200" y="4829400"/>
            <a:ext cx="1105474" cy="957617"/>
          </a:xfrm>
          <a:custGeom>
            <a:avLst/>
            <a:gdLst/>
            <a:ahLst/>
            <a:cxnLst/>
            <a:rect r="r" b="b" t="t" l="l"/>
            <a:pathLst>
              <a:path h="957617" w="1105474">
                <a:moveTo>
                  <a:pt x="0" y="0"/>
                </a:moveTo>
                <a:lnTo>
                  <a:pt x="1105474" y="0"/>
                </a:lnTo>
                <a:lnTo>
                  <a:pt x="1105474" y="957617"/>
                </a:lnTo>
                <a:lnTo>
                  <a:pt x="0" y="9576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3501101" y="3318655"/>
            <a:ext cx="752641" cy="7526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63207" y="4931888"/>
            <a:ext cx="752641" cy="75264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9804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998086" y="3170553"/>
            <a:ext cx="1059439" cy="1048844"/>
          </a:xfrm>
          <a:custGeom>
            <a:avLst/>
            <a:gdLst/>
            <a:ahLst/>
            <a:cxnLst/>
            <a:rect r="r" b="b" t="t" l="l"/>
            <a:pathLst>
              <a:path h="1048844" w="1059439">
                <a:moveTo>
                  <a:pt x="0" y="0"/>
                </a:moveTo>
                <a:lnTo>
                  <a:pt x="1059439" y="0"/>
                </a:lnTo>
                <a:lnTo>
                  <a:pt x="1059439" y="1048845"/>
                </a:lnTo>
                <a:lnTo>
                  <a:pt x="0" y="10488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622150" y="3318655"/>
            <a:ext cx="752641" cy="75264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980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678724" y="4931888"/>
            <a:ext cx="752641" cy="75264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3759">
                <a:alpha val="9804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683693">
            <a:off x="-1050991" y="9258300"/>
            <a:ext cx="3049077" cy="1353028"/>
          </a:xfrm>
          <a:custGeom>
            <a:avLst/>
            <a:gdLst/>
            <a:ahLst/>
            <a:cxnLst/>
            <a:rect r="r" b="b" t="t" l="l"/>
            <a:pathLst>
              <a:path h="1353028" w="3049077">
                <a:moveTo>
                  <a:pt x="0" y="0"/>
                </a:moveTo>
                <a:lnTo>
                  <a:pt x="3049077" y="0"/>
                </a:lnTo>
                <a:lnTo>
                  <a:pt x="3049077" y="1353028"/>
                </a:lnTo>
                <a:lnTo>
                  <a:pt x="0" y="135302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alphaModFix amt="41000"/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667294" y="8772228"/>
            <a:ext cx="2279679" cy="2568653"/>
          </a:xfrm>
          <a:custGeom>
            <a:avLst/>
            <a:gdLst/>
            <a:ahLst/>
            <a:cxnLst/>
            <a:rect r="r" b="b" t="t" l="l"/>
            <a:pathLst>
              <a:path h="2568653" w="2279679">
                <a:moveTo>
                  <a:pt x="0" y="0"/>
                </a:moveTo>
                <a:lnTo>
                  <a:pt x="2279680" y="0"/>
                </a:lnTo>
                <a:lnTo>
                  <a:pt x="2279680" y="2568653"/>
                </a:lnTo>
                <a:lnTo>
                  <a:pt x="0" y="256865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715241" y="-451923"/>
            <a:ext cx="2277263" cy="1591237"/>
          </a:xfrm>
          <a:custGeom>
            <a:avLst/>
            <a:gdLst/>
            <a:ahLst/>
            <a:cxnLst/>
            <a:rect r="r" b="b" t="t" l="l"/>
            <a:pathLst>
              <a:path h="1591237" w="2277263">
                <a:moveTo>
                  <a:pt x="0" y="0"/>
                </a:moveTo>
                <a:lnTo>
                  <a:pt x="2277263" y="0"/>
                </a:lnTo>
                <a:lnTo>
                  <a:pt x="2277263" y="1591237"/>
                </a:lnTo>
                <a:lnTo>
                  <a:pt x="0" y="159123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809158" y="848603"/>
            <a:ext cx="8669685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BUSINESS EXPANSION TIMELINE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33225" y="5701483"/>
            <a:ext cx="224419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 Research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38302" y="7314716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Adjustment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95952" y="5701483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New Market Launch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0235" y="6626895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Evaluate potential markets before expanding the business.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540087" y="8240128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Adapt products or services to fit the new market's needs.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97737" y="6626895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Execute the launch strategy to enter new markets.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53602" y="7314716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Evaluation &amp; Scaling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55387" y="8240128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Review expansion results and plan continued growth.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652487" y="3497332"/>
            <a:ext cx="44987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14592" y="5110565"/>
            <a:ext cx="44987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73536" y="3497332"/>
            <a:ext cx="44987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830110" y="5110565"/>
            <a:ext cx="44987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04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-6286500" y="952765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7360827" y="-76970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-6474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6651" y="1538170"/>
            <a:ext cx="2961302" cy="2961302"/>
          </a:xfrm>
          <a:custGeom>
            <a:avLst/>
            <a:gdLst/>
            <a:ahLst/>
            <a:cxnLst/>
            <a:rect r="r" b="b" t="t" l="l"/>
            <a:pathLst>
              <a:path h="2961302" w="2961302">
                <a:moveTo>
                  <a:pt x="0" y="0"/>
                </a:moveTo>
                <a:lnTo>
                  <a:pt x="2961302" y="0"/>
                </a:lnTo>
                <a:lnTo>
                  <a:pt x="2961302" y="2961302"/>
                </a:lnTo>
                <a:lnTo>
                  <a:pt x="0" y="2961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235797"/>
            <a:ext cx="2517203" cy="2517203"/>
            <a:chOff x="0" y="0"/>
            <a:chExt cx="717781" cy="7177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7781" cy="717781"/>
            </a:xfrm>
            <a:custGeom>
              <a:avLst/>
              <a:gdLst/>
              <a:ahLst/>
              <a:cxnLst/>
              <a:rect r="r" b="b" t="t" l="l"/>
              <a:pathLst>
                <a:path h="717781" w="717781">
                  <a:moveTo>
                    <a:pt x="55361" y="0"/>
                  </a:moveTo>
                  <a:lnTo>
                    <a:pt x="662420" y="0"/>
                  </a:lnTo>
                  <a:cubicBezTo>
                    <a:pt x="692995" y="0"/>
                    <a:pt x="717781" y="24786"/>
                    <a:pt x="717781" y="55361"/>
                  </a:cubicBezTo>
                  <a:lnTo>
                    <a:pt x="717781" y="662420"/>
                  </a:lnTo>
                  <a:cubicBezTo>
                    <a:pt x="717781" y="692995"/>
                    <a:pt x="692995" y="717781"/>
                    <a:pt x="662420" y="717781"/>
                  </a:cubicBezTo>
                  <a:lnTo>
                    <a:pt x="55361" y="717781"/>
                  </a:lnTo>
                  <a:cubicBezTo>
                    <a:pt x="24786" y="717781"/>
                    <a:pt x="0" y="692995"/>
                    <a:pt x="0" y="662420"/>
                  </a:cubicBezTo>
                  <a:lnTo>
                    <a:pt x="0" y="55361"/>
                  </a:lnTo>
                  <a:cubicBezTo>
                    <a:pt x="0" y="24786"/>
                    <a:pt x="24786" y="0"/>
                    <a:pt x="55361" y="0"/>
                  </a:cubicBez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717781" cy="76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78759" y="4080893"/>
            <a:ext cx="2517203" cy="2517203"/>
            <a:chOff x="0" y="0"/>
            <a:chExt cx="717781" cy="7177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7781" cy="717781"/>
            </a:xfrm>
            <a:custGeom>
              <a:avLst/>
              <a:gdLst/>
              <a:ahLst/>
              <a:cxnLst/>
              <a:rect r="r" b="b" t="t" l="l"/>
              <a:pathLst>
                <a:path h="717781" w="717781">
                  <a:moveTo>
                    <a:pt x="55361" y="0"/>
                  </a:moveTo>
                  <a:lnTo>
                    <a:pt x="662420" y="0"/>
                  </a:lnTo>
                  <a:cubicBezTo>
                    <a:pt x="692995" y="0"/>
                    <a:pt x="717781" y="24786"/>
                    <a:pt x="717781" y="55361"/>
                  </a:cubicBezTo>
                  <a:lnTo>
                    <a:pt x="717781" y="662420"/>
                  </a:lnTo>
                  <a:cubicBezTo>
                    <a:pt x="717781" y="692995"/>
                    <a:pt x="692995" y="717781"/>
                    <a:pt x="662420" y="717781"/>
                  </a:cubicBezTo>
                  <a:lnTo>
                    <a:pt x="55361" y="717781"/>
                  </a:lnTo>
                  <a:cubicBezTo>
                    <a:pt x="24786" y="717781"/>
                    <a:pt x="0" y="692995"/>
                    <a:pt x="0" y="662420"/>
                  </a:cubicBezTo>
                  <a:lnTo>
                    <a:pt x="0" y="55361"/>
                  </a:lnTo>
                  <a:cubicBezTo>
                    <a:pt x="0" y="24786"/>
                    <a:pt x="24786" y="0"/>
                    <a:pt x="55361" y="0"/>
                  </a:cubicBez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17781" cy="76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78759" y="1235797"/>
            <a:ext cx="2517203" cy="2517203"/>
            <a:chOff x="0" y="0"/>
            <a:chExt cx="717781" cy="7177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7781" cy="717781"/>
            </a:xfrm>
            <a:custGeom>
              <a:avLst/>
              <a:gdLst/>
              <a:ahLst/>
              <a:cxnLst/>
              <a:rect r="r" b="b" t="t" l="l"/>
              <a:pathLst>
                <a:path h="717781" w="717781">
                  <a:moveTo>
                    <a:pt x="55361" y="0"/>
                  </a:moveTo>
                  <a:lnTo>
                    <a:pt x="662420" y="0"/>
                  </a:lnTo>
                  <a:cubicBezTo>
                    <a:pt x="692995" y="0"/>
                    <a:pt x="717781" y="24786"/>
                    <a:pt x="717781" y="55361"/>
                  </a:cubicBezTo>
                  <a:lnTo>
                    <a:pt x="717781" y="662420"/>
                  </a:lnTo>
                  <a:cubicBezTo>
                    <a:pt x="717781" y="692995"/>
                    <a:pt x="692995" y="717781"/>
                    <a:pt x="662420" y="717781"/>
                  </a:cubicBezTo>
                  <a:lnTo>
                    <a:pt x="55361" y="717781"/>
                  </a:lnTo>
                  <a:cubicBezTo>
                    <a:pt x="24786" y="717781"/>
                    <a:pt x="0" y="692995"/>
                    <a:pt x="0" y="662420"/>
                  </a:cubicBezTo>
                  <a:lnTo>
                    <a:pt x="0" y="55361"/>
                  </a:lnTo>
                  <a:cubicBezTo>
                    <a:pt x="0" y="24786"/>
                    <a:pt x="24786" y="0"/>
                    <a:pt x="55361" y="0"/>
                  </a:cubicBez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717781" cy="76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27790" y="4080893"/>
            <a:ext cx="2517203" cy="2517203"/>
            <a:chOff x="0" y="0"/>
            <a:chExt cx="717781" cy="7177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7781" cy="717781"/>
            </a:xfrm>
            <a:custGeom>
              <a:avLst/>
              <a:gdLst/>
              <a:ahLst/>
              <a:cxnLst/>
              <a:rect r="r" b="b" t="t" l="l"/>
              <a:pathLst>
                <a:path h="717781" w="717781">
                  <a:moveTo>
                    <a:pt x="55361" y="0"/>
                  </a:moveTo>
                  <a:lnTo>
                    <a:pt x="662420" y="0"/>
                  </a:lnTo>
                  <a:cubicBezTo>
                    <a:pt x="692995" y="0"/>
                    <a:pt x="717781" y="24786"/>
                    <a:pt x="717781" y="55361"/>
                  </a:cubicBezTo>
                  <a:lnTo>
                    <a:pt x="717781" y="662420"/>
                  </a:lnTo>
                  <a:cubicBezTo>
                    <a:pt x="717781" y="692995"/>
                    <a:pt x="692995" y="717781"/>
                    <a:pt x="662420" y="717781"/>
                  </a:cubicBezTo>
                  <a:lnTo>
                    <a:pt x="55361" y="717781"/>
                  </a:lnTo>
                  <a:cubicBezTo>
                    <a:pt x="24786" y="717781"/>
                    <a:pt x="0" y="692995"/>
                    <a:pt x="0" y="662420"/>
                  </a:cubicBezTo>
                  <a:lnTo>
                    <a:pt x="0" y="55361"/>
                  </a:lnTo>
                  <a:cubicBezTo>
                    <a:pt x="0" y="24786"/>
                    <a:pt x="24786" y="0"/>
                    <a:pt x="55361" y="0"/>
                  </a:cubicBezTo>
                  <a:close/>
                </a:path>
              </a:pathLst>
            </a:custGeom>
            <a:solidFill>
              <a:srgbClr val="FDCA5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17781" cy="76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27790" y="6929216"/>
            <a:ext cx="2517203" cy="2517203"/>
            <a:chOff x="0" y="0"/>
            <a:chExt cx="717781" cy="7177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7781" cy="717781"/>
            </a:xfrm>
            <a:custGeom>
              <a:avLst/>
              <a:gdLst/>
              <a:ahLst/>
              <a:cxnLst/>
              <a:rect r="r" b="b" t="t" l="l"/>
              <a:pathLst>
                <a:path h="717781" w="717781">
                  <a:moveTo>
                    <a:pt x="55361" y="0"/>
                  </a:moveTo>
                  <a:lnTo>
                    <a:pt x="662420" y="0"/>
                  </a:lnTo>
                  <a:cubicBezTo>
                    <a:pt x="692995" y="0"/>
                    <a:pt x="717781" y="24786"/>
                    <a:pt x="717781" y="55361"/>
                  </a:cubicBezTo>
                  <a:lnTo>
                    <a:pt x="717781" y="662420"/>
                  </a:lnTo>
                  <a:cubicBezTo>
                    <a:pt x="717781" y="692995"/>
                    <a:pt x="692995" y="717781"/>
                    <a:pt x="662420" y="717781"/>
                  </a:cubicBezTo>
                  <a:lnTo>
                    <a:pt x="55361" y="717781"/>
                  </a:lnTo>
                  <a:cubicBezTo>
                    <a:pt x="24786" y="717781"/>
                    <a:pt x="0" y="692995"/>
                    <a:pt x="0" y="662420"/>
                  </a:cubicBezTo>
                  <a:lnTo>
                    <a:pt x="0" y="55361"/>
                  </a:lnTo>
                  <a:cubicBezTo>
                    <a:pt x="0" y="24786"/>
                    <a:pt x="24786" y="0"/>
                    <a:pt x="55361" y="0"/>
                  </a:cubicBezTo>
                  <a:close/>
                </a:path>
              </a:pathLst>
            </a:custGeom>
            <a:solidFill>
              <a:srgbClr val="EA54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17781" cy="765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57582" y="1969976"/>
            <a:ext cx="1059439" cy="1048844"/>
          </a:xfrm>
          <a:custGeom>
            <a:avLst/>
            <a:gdLst/>
            <a:ahLst/>
            <a:cxnLst/>
            <a:rect r="r" b="b" t="t" l="l"/>
            <a:pathLst>
              <a:path h="1048844" w="1059439">
                <a:moveTo>
                  <a:pt x="0" y="0"/>
                </a:moveTo>
                <a:lnTo>
                  <a:pt x="1059439" y="0"/>
                </a:lnTo>
                <a:lnTo>
                  <a:pt x="1059439" y="1048845"/>
                </a:lnTo>
                <a:lnTo>
                  <a:pt x="0" y="10488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607641" y="2087888"/>
            <a:ext cx="1000642" cy="813022"/>
          </a:xfrm>
          <a:custGeom>
            <a:avLst/>
            <a:gdLst/>
            <a:ahLst/>
            <a:cxnLst/>
            <a:rect r="r" b="b" t="t" l="l"/>
            <a:pathLst>
              <a:path h="813022" w="1000642">
                <a:moveTo>
                  <a:pt x="0" y="0"/>
                </a:moveTo>
                <a:lnTo>
                  <a:pt x="1000642" y="0"/>
                </a:lnTo>
                <a:lnTo>
                  <a:pt x="1000642" y="813021"/>
                </a:lnTo>
                <a:lnTo>
                  <a:pt x="0" y="8130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4607641" y="4874593"/>
            <a:ext cx="994443" cy="929804"/>
          </a:xfrm>
          <a:custGeom>
            <a:avLst/>
            <a:gdLst/>
            <a:ahLst/>
            <a:cxnLst/>
            <a:rect r="r" b="b" t="t" l="l"/>
            <a:pathLst>
              <a:path h="929804" w="994443">
                <a:moveTo>
                  <a:pt x="0" y="0"/>
                </a:moveTo>
                <a:lnTo>
                  <a:pt x="994443" y="0"/>
                </a:lnTo>
                <a:lnTo>
                  <a:pt x="994443" y="929804"/>
                </a:lnTo>
                <a:lnTo>
                  <a:pt x="0" y="9298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7568974" y="4874593"/>
            <a:ext cx="924097" cy="840929"/>
          </a:xfrm>
          <a:custGeom>
            <a:avLst/>
            <a:gdLst/>
            <a:ahLst/>
            <a:cxnLst/>
            <a:rect r="r" b="b" t="t" l="l"/>
            <a:pathLst>
              <a:path h="840929" w="924097">
                <a:moveTo>
                  <a:pt x="0" y="0"/>
                </a:moveTo>
                <a:lnTo>
                  <a:pt x="924097" y="0"/>
                </a:lnTo>
                <a:lnTo>
                  <a:pt x="924097" y="840928"/>
                </a:lnTo>
                <a:lnTo>
                  <a:pt x="0" y="8409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7540408" y="7740161"/>
            <a:ext cx="891967" cy="981531"/>
          </a:xfrm>
          <a:custGeom>
            <a:avLst/>
            <a:gdLst/>
            <a:ahLst/>
            <a:cxnLst/>
            <a:rect r="r" b="b" t="t" l="l"/>
            <a:pathLst>
              <a:path h="981531" w="891967">
                <a:moveTo>
                  <a:pt x="0" y="0"/>
                </a:moveTo>
                <a:lnTo>
                  <a:pt x="891967" y="0"/>
                </a:lnTo>
                <a:lnTo>
                  <a:pt x="891967" y="981531"/>
                </a:lnTo>
                <a:lnTo>
                  <a:pt x="0" y="98153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10083193" y="1311666"/>
            <a:ext cx="190500" cy="831425"/>
            <a:chOff x="0" y="0"/>
            <a:chExt cx="50173" cy="2189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173" cy="218976"/>
            </a:xfrm>
            <a:custGeom>
              <a:avLst/>
              <a:gdLst/>
              <a:ahLst/>
              <a:cxnLst/>
              <a:rect r="r" b="b" t="t" l="l"/>
              <a:pathLst>
                <a:path h="218976" w="50173">
                  <a:moveTo>
                    <a:pt x="0" y="0"/>
                  </a:moveTo>
                  <a:lnTo>
                    <a:pt x="50173" y="0"/>
                  </a:lnTo>
                  <a:lnTo>
                    <a:pt x="50173" y="218976"/>
                  </a:lnTo>
                  <a:lnTo>
                    <a:pt x="0" y="218976"/>
                  </a:ln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0173" cy="26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83193" y="4120441"/>
            <a:ext cx="190500" cy="831425"/>
            <a:chOff x="0" y="0"/>
            <a:chExt cx="50173" cy="2189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173" cy="218976"/>
            </a:xfrm>
            <a:custGeom>
              <a:avLst/>
              <a:gdLst/>
              <a:ahLst/>
              <a:cxnLst/>
              <a:rect r="r" b="b" t="t" l="l"/>
              <a:pathLst>
                <a:path h="218976" w="50173">
                  <a:moveTo>
                    <a:pt x="0" y="0"/>
                  </a:moveTo>
                  <a:lnTo>
                    <a:pt x="50173" y="0"/>
                  </a:lnTo>
                  <a:lnTo>
                    <a:pt x="50173" y="218976"/>
                  </a:lnTo>
                  <a:lnTo>
                    <a:pt x="0" y="218976"/>
                  </a:ln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0173" cy="26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65369" y="1311666"/>
            <a:ext cx="190500" cy="831425"/>
            <a:chOff x="0" y="0"/>
            <a:chExt cx="50173" cy="2189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173" cy="218976"/>
            </a:xfrm>
            <a:custGeom>
              <a:avLst/>
              <a:gdLst/>
              <a:ahLst/>
              <a:cxnLst/>
              <a:rect r="r" b="b" t="t" l="l"/>
              <a:pathLst>
                <a:path h="218976" w="50173">
                  <a:moveTo>
                    <a:pt x="0" y="0"/>
                  </a:moveTo>
                  <a:lnTo>
                    <a:pt x="50173" y="0"/>
                  </a:lnTo>
                  <a:lnTo>
                    <a:pt x="50173" y="218976"/>
                  </a:lnTo>
                  <a:lnTo>
                    <a:pt x="0" y="218976"/>
                  </a:ln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0173" cy="26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065369" y="4120441"/>
            <a:ext cx="190500" cy="831425"/>
            <a:chOff x="0" y="0"/>
            <a:chExt cx="50173" cy="2189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173" cy="218976"/>
            </a:xfrm>
            <a:custGeom>
              <a:avLst/>
              <a:gdLst/>
              <a:ahLst/>
              <a:cxnLst/>
              <a:rect r="r" b="b" t="t" l="l"/>
              <a:pathLst>
                <a:path h="218976" w="50173">
                  <a:moveTo>
                    <a:pt x="0" y="0"/>
                  </a:moveTo>
                  <a:lnTo>
                    <a:pt x="50173" y="0"/>
                  </a:lnTo>
                  <a:lnTo>
                    <a:pt x="50173" y="218976"/>
                  </a:lnTo>
                  <a:lnTo>
                    <a:pt x="0" y="218976"/>
                  </a:lnTo>
                  <a:close/>
                </a:path>
              </a:pathLst>
            </a:custGeom>
            <a:solidFill>
              <a:srgbClr val="FDCA5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0173" cy="26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83193" y="6929216"/>
            <a:ext cx="190500" cy="831425"/>
            <a:chOff x="0" y="0"/>
            <a:chExt cx="50173" cy="2189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173" cy="218976"/>
            </a:xfrm>
            <a:custGeom>
              <a:avLst/>
              <a:gdLst/>
              <a:ahLst/>
              <a:cxnLst/>
              <a:rect r="r" b="b" t="t" l="l"/>
              <a:pathLst>
                <a:path h="218976" w="50173">
                  <a:moveTo>
                    <a:pt x="0" y="0"/>
                  </a:moveTo>
                  <a:lnTo>
                    <a:pt x="50173" y="0"/>
                  </a:lnTo>
                  <a:lnTo>
                    <a:pt x="50173" y="218976"/>
                  </a:lnTo>
                  <a:lnTo>
                    <a:pt x="0" y="218976"/>
                  </a:lnTo>
                  <a:close/>
                </a:path>
              </a:pathLst>
            </a:custGeom>
            <a:solidFill>
              <a:srgbClr val="EA546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0173" cy="266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7259300" y="9162483"/>
            <a:ext cx="2220921" cy="2249034"/>
          </a:xfrm>
          <a:custGeom>
            <a:avLst/>
            <a:gdLst/>
            <a:ahLst/>
            <a:cxnLst/>
            <a:rect r="r" b="b" t="t" l="l"/>
            <a:pathLst>
              <a:path h="2249034" w="2220921">
                <a:moveTo>
                  <a:pt x="0" y="0"/>
                </a:moveTo>
                <a:lnTo>
                  <a:pt x="2220921" y="0"/>
                </a:lnTo>
                <a:lnTo>
                  <a:pt x="2220921" y="2249034"/>
                </a:lnTo>
                <a:lnTo>
                  <a:pt x="0" y="22490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0" id="40"/>
          <p:cNvSpPr txBox="true"/>
          <p:nvPr/>
        </p:nvSpPr>
        <p:spPr>
          <a:xfrm rot="0">
            <a:off x="1028700" y="7215085"/>
            <a:ext cx="5272012" cy="158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LAUNCH TIMELINE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492448" y="1226272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Research &amp; Design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492448" y="4071368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 Refinement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73706" y="1226272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Testing &amp; Feedback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73706" y="4071368"/>
            <a:ext cx="255374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Marketing Strategy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92448" y="2154457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Design the product based on market research.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92448" y="4999554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Adjust the product based on feedback and testing results.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473706" y="2154457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Test the product and gather feedback from early users.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73706" y="4999554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Develop a strong marketing strategy to support the launch.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492448" y="6919691"/>
            <a:ext cx="210949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Official Launch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492448" y="7467378"/>
            <a:ext cx="3150176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Launch the product to the market with a coordinated campaign.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-1350907">
            <a:off x="-1262541" y="-1637633"/>
            <a:ext cx="2525082" cy="2563535"/>
          </a:xfrm>
          <a:custGeom>
            <a:avLst/>
            <a:gdLst/>
            <a:ahLst/>
            <a:cxnLst/>
            <a:rect r="r" b="b" t="t" l="l"/>
            <a:pathLst>
              <a:path h="2563535" w="2525082">
                <a:moveTo>
                  <a:pt x="0" y="0"/>
                </a:moveTo>
                <a:lnTo>
                  <a:pt x="2525082" y="0"/>
                </a:lnTo>
                <a:lnTo>
                  <a:pt x="2525082" y="2563536"/>
                </a:lnTo>
                <a:lnTo>
                  <a:pt x="0" y="256353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24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-5743897" y="9573311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-64746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7360827" y="-76970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-6474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002875" y="3028015"/>
            <a:ext cx="1863199" cy="1397399"/>
          </a:xfrm>
          <a:custGeom>
            <a:avLst/>
            <a:gdLst/>
            <a:ahLst/>
            <a:cxnLst/>
            <a:rect r="r" b="b" t="t" l="l"/>
            <a:pathLst>
              <a:path h="1397399" w="1863199">
                <a:moveTo>
                  <a:pt x="0" y="0"/>
                </a:moveTo>
                <a:lnTo>
                  <a:pt x="1863199" y="0"/>
                </a:lnTo>
                <a:lnTo>
                  <a:pt x="1863199" y="1397400"/>
                </a:lnTo>
                <a:lnTo>
                  <a:pt x="0" y="139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9535877" y="3028015"/>
            <a:ext cx="1863199" cy="1397399"/>
          </a:xfrm>
          <a:custGeom>
            <a:avLst/>
            <a:gdLst/>
            <a:ahLst/>
            <a:cxnLst/>
            <a:rect r="r" b="b" t="t" l="l"/>
            <a:pathLst>
              <a:path h="1397399" w="1863199">
                <a:moveTo>
                  <a:pt x="0" y="0"/>
                </a:moveTo>
                <a:lnTo>
                  <a:pt x="1863199" y="0"/>
                </a:lnTo>
                <a:lnTo>
                  <a:pt x="1863199" y="1397400"/>
                </a:lnTo>
                <a:lnTo>
                  <a:pt x="0" y="139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2002875" y="5755750"/>
            <a:ext cx="1863199" cy="1397399"/>
          </a:xfrm>
          <a:custGeom>
            <a:avLst/>
            <a:gdLst/>
            <a:ahLst/>
            <a:cxnLst/>
            <a:rect r="r" b="b" t="t" l="l"/>
            <a:pathLst>
              <a:path h="1397399" w="1863199">
                <a:moveTo>
                  <a:pt x="0" y="0"/>
                </a:moveTo>
                <a:lnTo>
                  <a:pt x="1863199" y="0"/>
                </a:lnTo>
                <a:lnTo>
                  <a:pt x="1863199" y="1397399"/>
                </a:lnTo>
                <a:lnTo>
                  <a:pt x="0" y="13973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9535877" y="5755750"/>
            <a:ext cx="1863199" cy="1397399"/>
          </a:xfrm>
          <a:custGeom>
            <a:avLst/>
            <a:gdLst/>
            <a:ahLst/>
            <a:cxnLst/>
            <a:rect r="r" b="b" t="t" l="l"/>
            <a:pathLst>
              <a:path h="1397399" w="1863199">
                <a:moveTo>
                  <a:pt x="0" y="0"/>
                </a:moveTo>
                <a:lnTo>
                  <a:pt x="1863199" y="0"/>
                </a:lnTo>
                <a:lnTo>
                  <a:pt x="1863199" y="1397399"/>
                </a:lnTo>
                <a:lnTo>
                  <a:pt x="0" y="13973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38816" y="7931009"/>
            <a:ext cx="1591839" cy="1430665"/>
          </a:xfrm>
          <a:custGeom>
            <a:avLst/>
            <a:gdLst/>
            <a:ahLst/>
            <a:cxnLst/>
            <a:rect r="r" b="b" t="t" l="l"/>
            <a:pathLst>
              <a:path h="1430665" w="1591839">
                <a:moveTo>
                  <a:pt x="0" y="0"/>
                </a:moveTo>
                <a:lnTo>
                  <a:pt x="1591839" y="0"/>
                </a:lnTo>
                <a:lnTo>
                  <a:pt x="1591839" y="1430665"/>
                </a:lnTo>
                <a:lnTo>
                  <a:pt x="0" y="1430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905355" y="8237024"/>
            <a:ext cx="3552512" cy="828259"/>
            <a:chOff x="0" y="0"/>
            <a:chExt cx="961025" cy="224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1025" cy="224061"/>
            </a:xfrm>
            <a:custGeom>
              <a:avLst/>
              <a:gdLst/>
              <a:ahLst/>
              <a:cxnLst/>
              <a:rect r="r" b="b" t="t" l="l"/>
              <a:pathLst>
                <a:path h="224061" w="961025">
                  <a:moveTo>
                    <a:pt x="0" y="0"/>
                  </a:moveTo>
                  <a:lnTo>
                    <a:pt x="961025" y="0"/>
                  </a:lnTo>
                  <a:lnTo>
                    <a:pt x="961025" y="224061"/>
                  </a:lnTo>
                  <a:lnTo>
                    <a:pt x="0" y="224061"/>
                  </a:lnTo>
                  <a:close/>
                </a:path>
              </a:pathLst>
            </a:custGeom>
            <a:solidFill>
              <a:srgbClr val="FDCA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61025" cy="27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62368" y="8237024"/>
            <a:ext cx="3552512" cy="828259"/>
            <a:chOff x="0" y="0"/>
            <a:chExt cx="961025" cy="2240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1025" cy="224061"/>
            </a:xfrm>
            <a:custGeom>
              <a:avLst/>
              <a:gdLst/>
              <a:ahLst/>
              <a:cxnLst/>
              <a:rect r="r" b="b" t="t" l="l"/>
              <a:pathLst>
                <a:path h="224061" w="961025">
                  <a:moveTo>
                    <a:pt x="0" y="0"/>
                  </a:moveTo>
                  <a:lnTo>
                    <a:pt x="961025" y="0"/>
                  </a:lnTo>
                  <a:lnTo>
                    <a:pt x="961025" y="224061"/>
                  </a:lnTo>
                  <a:lnTo>
                    <a:pt x="0" y="224061"/>
                  </a:lnTo>
                  <a:close/>
                </a:path>
              </a:pathLst>
            </a:custGeom>
            <a:solidFill>
              <a:srgbClr val="B1D88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61025" cy="27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09856" y="8237024"/>
            <a:ext cx="3552512" cy="828259"/>
            <a:chOff x="0" y="0"/>
            <a:chExt cx="961025" cy="2240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1025" cy="224061"/>
            </a:xfrm>
            <a:custGeom>
              <a:avLst/>
              <a:gdLst/>
              <a:ahLst/>
              <a:cxnLst/>
              <a:rect r="r" b="b" t="t" l="l"/>
              <a:pathLst>
                <a:path h="224061" w="961025">
                  <a:moveTo>
                    <a:pt x="0" y="0"/>
                  </a:moveTo>
                  <a:lnTo>
                    <a:pt x="961025" y="0"/>
                  </a:lnTo>
                  <a:lnTo>
                    <a:pt x="961025" y="224061"/>
                  </a:lnTo>
                  <a:lnTo>
                    <a:pt x="0" y="224061"/>
                  </a:lnTo>
                  <a:close/>
                </a:path>
              </a:pathLst>
            </a:custGeom>
            <a:solidFill>
              <a:srgbClr val="4CCCA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61025" cy="27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7345" y="8237024"/>
            <a:ext cx="3552512" cy="828259"/>
            <a:chOff x="0" y="0"/>
            <a:chExt cx="961025" cy="2240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1025" cy="224061"/>
            </a:xfrm>
            <a:custGeom>
              <a:avLst/>
              <a:gdLst/>
              <a:ahLst/>
              <a:cxnLst/>
              <a:rect r="r" b="b" t="t" l="l"/>
              <a:pathLst>
                <a:path h="224061" w="961025">
                  <a:moveTo>
                    <a:pt x="0" y="0"/>
                  </a:moveTo>
                  <a:lnTo>
                    <a:pt x="961025" y="0"/>
                  </a:lnTo>
                  <a:lnTo>
                    <a:pt x="961025" y="224061"/>
                  </a:lnTo>
                  <a:lnTo>
                    <a:pt x="0" y="224061"/>
                  </a:lnTo>
                  <a:close/>
                </a:path>
              </a:pathLst>
            </a:custGeom>
            <a:solidFill>
              <a:srgbClr val="5C9EE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61025" cy="271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595674" y="3164209"/>
            <a:ext cx="677601" cy="666879"/>
          </a:xfrm>
          <a:custGeom>
            <a:avLst/>
            <a:gdLst/>
            <a:ahLst/>
            <a:cxnLst/>
            <a:rect r="r" b="b" t="t" l="l"/>
            <a:pathLst>
              <a:path h="666879" w="677601">
                <a:moveTo>
                  <a:pt x="0" y="0"/>
                </a:moveTo>
                <a:lnTo>
                  <a:pt x="677601" y="0"/>
                </a:lnTo>
                <a:lnTo>
                  <a:pt x="677601" y="666880"/>
                </a:lnTo>
                <a:lnTo>
                  <a:pt x="0" y="6668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490" t="-2726" r="-1680" b="-2102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2539187" y="5797266"/>
            <a:ext cx="790575" cy="749805"/>
          </a:xfrm>
          <a:custGeom>
            <a:avLst/>
            <a:gdLst/>
            <a:ahLst/>
            <a:cxnLst/>
            <a:rect r="r" b="b" t="t" l="l"/>
            <a:pathLst>
              <a:path h="749805" w="790575">
                <a:moveTo>
                  <a:pt x="0" y="0"/>
                </a:moveTo>
                <a:lnTo>
                  <a:pt x="790575" y="0"/>
                </a:lnTo>
                <a:lnTo>
                  <a:pt x="790575" y="749805"/>
                </a:lnTo>
                <a:lnTo>
                  <a:pt x="0" y="7498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556" t="-3723" r="-1582" b="-5023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0126232" y="3164209"/>
            <a:ext cx="682489" cy="621065"/>
          </a:xfrm>
          <a:custGeom>
            <a:avLst/>
            <a:gdLst/>
            <a:ahLst/>
            <a:cxnLst/>
            <a:rect r="r" b="b" t="t" l="l"/>
            <a:pathLst>
              <a:path h="621065" w="682489">
                <a:moveTo>
                  <a:pt x="0" y="0"/>
                </a:moveTo>
                <a:lnTo>
                  <a:pt x="682489" y="0"/>
                </a:lnTo>
                <a:lnTo>
                  <a:pt x="682489" y="621065"/>
                </a:lnTo>
                <a:lnTo>
                  <a:pt x="0" y="62106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0072189" y="5923779"/>
            <a:ext cx="790575" cy="642342"/>
          </a:xfrm>
          <a:custGeom>
            <a:avLst/>
            <a:gdLst/>
            <a:ahLst/>
            <a:cxnLst/>
            <a:rect r="r" b="b" t="t" l="l"/>
            <a:pathLst>
              <a:path h="642342" w="790575">
                <a:moveTo>
                  <a:pt x="0" y="0"/>
                </a:moveTo>
                <a:lnTo>
                  <a:pt x="790575" y="0"/>
                </a:lnTo>
                <a:lnTo>
                  <a:pt x="790575" y="642342"/>
                </a:lnTo>
                <a:lnTo>
                  <a:pt x="0" y="64234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-933074" y="33137"/>
            <a:ext cx="2565945" cy="891666"/>
          </a:xfrm>
          <a:custGeom>
            <a:avLst/>
            <a:gdLst/>
            <a:ahLst/>
            <a:cxnLst/>
            <a:rect r="r" b="b" t="t" l="l"/>
            <a:pathLst>
              <a:path h="891666" w="2565945">
                <a:moveTo>
                  <a:pt x="0" y="0"/>
                </a:moveTo>
                <a:lnTo>
                  <a:pt x="2565945" y="0"/>
                </a:lnTo>
                <a:lnTo>
                  <a:pt x="2565945" y="891666"/>
                </a:lnTo>
                <a:lnTo>
                  <a:pt x="0" y="89166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41000"/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5" id="25"/>
          <p:cNvSpPr txBox="true"/>
          <p:nvPr/>
        </p:nvSpPr>
        <p:spPr>
          <a:xfrm rot="0">
            <a:off x="5014912" y="848603"/>
            <a:ext cx="8258175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CONTENT STRATEGY TIMELINE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58106" y="2966566"/>
            <a:ext cx="315017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Research &amp; Audience Targeting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91108" y="2966566"/>
            <a:ext cx="315017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Distribution &amp; Promotion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58106" y="5694300"/>
            <a:ext cx="315017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Content Creation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91108" y="5694300"/>
            <a:ext cx="315017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B375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Analytics &amp; Feedback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58106" y="3894751"/>
            <a:ext cx="4098332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Identify the target audience for a tailored content strategy.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91108" y="3894751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Distribute content through the most effective channels.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58106" y="6241486"/>
            <a:ext cx="4098332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Create relevant content that meets audience needs and preferences.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91108" y="6241486"/>
            <a:ext cx="3150176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5B5B"/>
                </a:solidFill>
                <a:latin typeface="Helvetica"/>
                <a:ea typeface="Helvetica"/>
                <a:cs typeface="Helvetica"/>
                <a:sym typeface="Helvetica"/>
              </a:rPr>
              <a:t>Monitor content performance and gather audience feedback.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8512" y="8448697"/>
            <a:ext cx="315017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011024" y="8448697"/>
            <a:ext cx="315017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63536" y="8448697"/>
            <a:ext cx="315017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06522" y="8448697"/>
            <a:ext cx="315017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Step 04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683693">
            <a:off x="16763462" y="9649542"/>
            <a:ext cx="3049077" cy="1353028"/>
          </a:xfrm>
          <a:custGeom>
            <a:avLst/>
            <a:gdLst/>
            <a:ahLst/>
            <a:cxnLst/>
            <a:rect r="r" b="b" t="t" l="l"/>
            <a:pathLst>
              <a:path h="1353028" w="3049077">
                <a:moveTo>
                  <a:pt x="0" y="0"/>
                </a:moveTo>
                <a:lnTo>
                  <a:pt x="3049076" y="0"/>
                </a:lnTo>
                <a:lnTo>
                  <a:pt x="3049076" y="1353028"/>
                </a:lnTo>
                <a:lnTo>
                  <a:pt x="0" y="135302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4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-2971568" y="9258300"/>
            <a:ext cx="6005168" cy="2184380"/>
          </a:xfrm>
          <a:custGeom>
            <a:avLst/>
            <a:gdLst/>
            <a:ahLst/>
            <a:cxnLst/>
            <a:rect r="r" b="b" t="t" l="l"/>
            <a:pathLst>
              <a:path h="2184380" w="6005168">
                <a:moveTo>
                  <a:pt x="0" y="0"/>
                </a:moveTo>
                <a:lnTo>
                  <a:pt x="6005169" y="0"/>
                </a:lnTo>
                <a:lnTo>
                  <a:pt x="6005169" y="2184380"/>
                </a:lnTo>
                <a:lnTo>
                  <a:pt x="0" y="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42000"/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7259300" y="-805098"/>
            <a:ext cx="7315200" cy="2081374"/>
          </a:xfrm>
          <a:custGeom>
            <a:avLst/>
            <a:gdLst/>
            <a:ahLst/>
            <a:cxnLst/>
            <a:rect r="r" b="b" t="t" l="l"/>
            <a:pathLst>
              <a:path h="2081374" w="7315200">
                <a:moveTo>
                  <a:pt x="0" y="0"/>
                </a:moveTo>
                <a:lnTo>
                  <a:pt x="7315200" y="0"/>
                </a:lnTo>
                <a:lnTo>
                  <a:pt x="7315200" y="2081374"/>
                </a:lnTo>
                <a:lnTo>
                  <a:pt x="0" y="208137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-6474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DAHDAEN5EQs</dc:identifier>
  <dcterms:modified xsi:type="dcterms:W3CDTF">2011-08-01T06:04:30Z</dcterms:modified>
  <cp:revision>1</cp:revision>
</cp:coreProperties>
</file>